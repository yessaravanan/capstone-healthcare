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slideLayouts/slideLayout15.xml" ContentType="application/vnd.openxmlformats-officedocument.presentationml.slideLayout+xml"/>
  <Override PartName="/ppt/theme/theme4.xml" ContentType="application/vnd.openxmlformats-officedocument.theme+xml"/>
  <Override PartName="/ppt/slideLayouts/slideLayout16.xml" ContentType="application/vnd.openxmlformats-officedocument.presentationml.slideLayout+xml"/>
  <Override PartName="/ppt/theme/theme5.xml" ContentType="application/vnd.openxmlformats-officedocument.theme+xml"/>
  <Override PartName="/ppt/slideLayouts/slideLayout17.xml" ContentType="application/vnd.openxmlformats-officedocument.presentationml.slideLayout+xml"/>
  <Override PartName="/ppt/theme/theme6.xml" ContentType="application/vnd.openxmlformats-officedocument.theme+xml"/>
  <Override PartName="/ppt/slideLayouts/slideLayout18.xml" ContentType="application/vnd.openxmlformats-officedocument.presentationml.slideLayout+xml"/>
  <Override PartName="/ppt/theme/theme7.xml" ContentType="application/vnd.openxmlformats-officedocument.theme+xml"/>
  <Override PartName="/ppt/slideLayouts/slideLayout19.xml" ContentType="application/vnd.openxmlformats-officedocument.presentationml.slideLayout+xml"/>
  <Override PartName="/ppt/theme/theme8.xml" ContentType="application/vnd.openxmlformats-officedocument.theme+xml"/>
  <Override PartName="/ppt/slideLayouts/slideLayout20.xml" ContentType="application/vnd.openxmlformats-officedocument.presentationml.slideLayout+xml"/>
  <Override PartName="/ppt/theme/theme9.xml" ContentType="application/vnd.openxmlformats-officedocument.theme+xml"/>
  <Override PartName="/ppt/slideLayouts/slideLayout21.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6" r:id="rId4"/>
    <p:sldMasterId id="2147483936" r:id="rId5"/>
    <p:sldMasterId id="2147483827" r:id="rId6"/>
    <p:sldMasterId id="2147483822" r:id="rId7"/>
    <p:sldMasterId id="2147483857" r:id="rId8"/>
    <p:sldMasterId id="2147483871" r:id="rId9"/>
    <p:sldMasterId id="2147483873" r:id="rId10"/>
    <p:sldMasterId id="2147483867" r:id="rId11"/>
    <p:sldMasterId id="2147483853" r:id="rId12"/>
    <p:sldMasterId id="2147483869" r:id="rId13"/>
  </p:sldMasterIdLst>
  <p:notesMasterIdLst>
    <p:notesMasterId r:id="rId26"/>
  </p:notesMasterIdLst>
  <p:handoutMasterIdLst>
    <p:handoutMasterId r:id="rId27"/>
  </p:handoutMasterIdLst>
  <p:sldIdLst>
    <p:sldId id="2142532975" r:id="rId14"/>
    <p:sldId id="2142533060" r:id="rId15"/>
    <p:sldId id="2142533067" r:id="rId16"/>
    <p:sldId id="2142533055" r:id="rId17"/>
    <p:sldId id="2142533090" r:id="rId18"/>
    <p:sldId id="2142533080" r:id="rId19"/>
    <p:sldId id="2142533082" r:id="rId20"/>
    <p:sldId id="2142533085" r:id="rId21"/>
    <p:sldId id="2142533086" r:id="rId22"/>
    <p:sldId id="2142533087" r:id="rId23"/>
    <p:sldId id="2142533088" r:id="rId24"/>
    <p:sldId id="2142533038" r:id="rId25"/>
  </p:sldIdLst>
  <p:sldSz cx="9144000" cy="5143500" type="screen16x9"/>
  <p:notesSz cx="20104100" cy="11315700"/>
  <p:defaultTextStyle>
    <a:defPPr>
      <a:defRPr lang="en-US"/>
    </a:defPPr>
    <a:lvl1pPr marL="0" algn="l" defTabSz="415525" rtl="0" eaLnBrk="1" latinLnBrk="0" hangingPunct="1">
      <a:defRPr sz="818" kern="1200">
        <a:solidFill>
          <a:schemeClr val="tx1"/>
        </a:solidFill>
        <a:latin typeface="+mn-lt"/>
        <a:ea typeface="+mn-ea"/>
        <a:cs typeface="+mn-cs"/>
      </a:defRPr>
    </a:lvl1pPr>
    <a:lvl2pPr marL="207763" algn="l" defTabSz="415525" rtl="0" eaLnBrk="1" latinLnBrk="0" hangingPunct="1">
      <a:defRPr sz="818" kern="1200">
        <a:solidFill>
          <a:schemeClr val="tx1"/>
        </a:solidFill>
        <a:latin typeface="+mn-lt"/>
        <a:ea typeface="+mn-ea"/>
        <a:cs typeface="+mn-cs"/>
      </a:defRPr>
    </a:lvl2pPr>
    <a:lvl3pPr marL="415525" algn="l" defTabSz="415525" rtl="0" eaLnBrk="1" latinLnBrk="0" hangingPunct="1">
      <a:defRPr sz="818" kern="1200">
        <a:solidFill>
          <a:schemeClr val="tx1"/>
        </a:solidFill>
        <a:latin typeface="+mn-lt"/>
        <a:ea typeface="+mn-ea"/>
        <a:cs typeface="+mn-cs"/>
      </a:defRPr>
    </a:lvl3pPr>
    <a:lvl4pPr marL="623288" algn="l" defTabSz="415525" rtl="0" eaLnBrk="1" latinLnBrk="0" hangingPunct="1">
      <a:defRPr sz="818" kern="1200">
        <a:solidFill>
          <a:schemeClr val="tx1"/>
        </a:solidFill>
        <a:latin typeface="+mn-lt"/>
        <a:ea typeface="+mn-ea"/>
        <a:cs typeface="+mn-cs"/>
      </a:defRPr>
    </a:lvl4pPr>
    <a:lvl5pPr marL="831048" algn="l" defTabSz="415525" rtl="0" eaLnBrk="1" latinLnBrk="0" hangingPunct="1">
      <a:defRPr sz="818" kern="1200">
        <a:solidFill>
          <a:schemeClr val="tx1"/>
        </a:solidFill>
        <a:latin typeface="+mn-lt"/>
        <a:ea typeface="+mn-ea"/>
        <a:cs typeface="+mn-cs"/>
      </a:defRPr>
    </a:lvl5pPr>
    <a:lvl6pPr marL="1038811" algn="l" defTabSz="415525" rtl="0" eaLnBrk="1" latinLnBrk="0" hangingPunct="1">
      <a:defRPr sz="818" kern="1200">
        <a:solidFill>
          <a:schemeClr val="tx1"/>
        </a:solidFill>
        <a:latin typeface="+mn-lt"/>
        <a:ea typeface="+mn-ea"/>
        <a:cs typeface="+mn-cs"/>
      </a:defRPr>
    </a:lvl6pPr>
    <a:lvl7pPr marL="1246574" algn="l" defTabSz="415525" rtl="0" eaLnBrk="1" latinLnBrk="0" hangingPunct="1">
      <a:defRPr sz="818" kern="1200">
        <a:solidFill>
          <a:schemeClr val="tx1"/>
        </a:solidFill>
        <a:latin typeface="+mn-lt"/>
        <a:ea typeface="+mn-ea"/>
        <a:cs typeface="+mn-cs"/>
      </a:defRPr>
    </a:lvl7pPr>
    <a:lvl8pPr marL="1454337" algn="l" defTabSz="415525" rtl="0" eaLnBrk="1" latinLnBrk="0" hangingPunct="1">
      <a:defRPr sz="818" kern="1200">
        <a:solidFill>
          <a:schemeClr val="tx1"/>
        </a:solidFill>
        <a:latin typeface="+mn-lt"/>
        <a:ea typeface="+mn-ea"/>
        <a:cs typeface="+mn-cs"/>
      </a:defRPr>
    </a:lvl8pPr>
    <a:lvl9pPr marL="1662098" algn="l" defTabSz="415525" rtl="0" eaLnBrk="1" latinLnBrk="0" hangingPunct="1">
      <a:defRPr sz="818"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vanti Mukul" initials="AM" lastIdx="134" clrIdx="0">
    <p:extLst>
      <p:ext uri="{19B8F6BF-5375-455C-9EA6-DF929625EA0E}">
        <p15:presenceInfo xmlns:p15="http://schemas.microsoft.com/office/powerpoint/2012/main" userId="S::1561747@TCS.com::b915b143-710a-4e7a-a06a-915d3c266981" providerId="AD"/>
      </p:ext>
    </p:extLst>
  </p:cmAuthor>
  <p:cmAuthor id="2" name="Kapil  Krishnan" initials="KK" lastIdx="81" clrIdx="1">
    <p:extLst>
      <p:ext uri="{19B8F6BF-5375-455C-9EA6-DF929625EA0E}">
        <p15:presenceInfo xmlns:p15="http://schemas.microsoft.com/office/powerpoint/2012/main" userId="S::571206@TCS.com::f34fbc68-f4bd-41fd-a210-a6e9abee1cae" providerId="AD"/>
      </p:ext>
    </p:extLst>
  </p:cmAuthor>
  <p:cmAuthor id="3" name="Milind" initials="M" lastIdx="1" clrIdx="2">
    <p:extLst>
      <p:ext uri="{19B8F6BF-5375-455C-9EA6-DF929625EA0E}">
        <p15:presenceInfo xmlns:p15="http://schemas.microsoft.com/office/powerpoint/2012/main" userId="S::106465@TCS.com::6f0e4f12-3889-446c-9da4-4330ec04817d" providerId="AD"/>
      </p:ext>
    </p:extLst>
  </p:cmAuthor>
  <p:cmAuthor id="4" name="Sreenivasa Chakravarti" initials="SC" lastIdx="7" clrIdx="3">
    <p:extLst>
      <p:ext uri="{19B8F6BF-5375-455C-9EA6-DF929625EA0E}">
        <p15:presenceInfo xmlns:p15="http://schemas.microsoft.com/office/powerpoint/2012/main" userId="S::132743@TCS.com::aa4a9113-4e87-47be-963d-67c84a21122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9C7F"/>
    <a:srgbClr val="F47B54"/>
    <a:srgbClr val="913619"/>
    <a:srgbClr val="C14821"/>
    <a:srgbClr val="F15A29"/>
    <a:srgbClr val="F58D86"/>
    <a:srgbClr val="F2675D"/>
    <a:srgbClr val="8F2720"/>
    <a:srgbClr val="BF342A"/>
    <a:srgbClr val="EF413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346" autoAdjust="0"/>
    <p:restoredTop sz="84000"/>
  </p:normalViewPr>
  <p:slideViewPr>
    <p:cSldViewPr snapToGrid="0">
      <p:cViewPr varScale="1">
        <p:scale>
          <a:sx n="127" d="100"/>
          <a:sy n="127" d="100"/>
        </p:scale>
        <p:origin x="968" y="472"/>
      </p:cViewPr>
      <p:guideLst/>
    </p:cSldViewPr>
  </p:slid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Master" Target="slideMasters/slideMaster10.xml"/><Relationship Id="rId18" Type="http://schemas.openxmlformats.org/officeDocument/2006/relationships/slide" Target="slides/slide5.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8.xml"/><Relationship Id="rId7" Type="http://schemas.openxmlformats.org/officeDocument/2006/relationships/slideMaster" Target="slideMasters/slideMaster4.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2" Type="http://schemas.openxmlformats.org/officeDocument/2006/relationships/customXml" Target="../customXml/item2.xml"/><Relationship Id="rId16" Type="http://schemas.openxmlformats.org/officeDocument/2006/relationships/slide" Target="slides/slide3.xml"/><Relationship Id="rId20" Type="http://schemas.openxmlformats.org/officeDocument/2006/relationships/slide" Target="slides/slide7.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commentAuthors" Target="commentAuthors.xml"/><Relationship Id="rId10" Type="http://schemas.openxmlformats.org/officeDocument/2006/relationships/slideMaster" Target="slideMasters/slideMaster7.xml"/><Relationship Id="rId19" Type="http://schemas.openxmlformats.org/officeDocument/2006/relationships/slide" Target="slides/slide6.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handoutMaster" Target="handoutMasters/handout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9F93363-4B1F-4C8E-A6A8-E59E73B1D5DB}"/>
              </a:ext>
            </a:extLst>
          </p:cNvPr>
          <p:cNvSpPr>
            <a:spLocks noGrp="1"/>
          </p:cNvSpPr>
          <p:nvPr>
            <p:ph type="hdr" sz="quarter"/>
          </p:nvPr>
        </p:nvSpPr>
        <p:spPr>
          <a:xfrm>
            <a:off x="0" y="0"/>
            <a:ext cx="8712200" cy="56673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9F94A02-2C6F-4C3E-B8A6-F4E320ED106D}"/>
              </a:ext>
            </a:extLst>
          </p:cNvPr>
          <p:cNvSpPr>
            <a:spLocks noGrp="1"/>
          </p:cNvSpPr>
          <p:nvPr>
            <p:ph type="dt" sz="quarter" idx="1"/>
          </p:nvPr>
        </p:nvSpPr>
        <p:spPr>
          <a:xfrm>
            <a:off x="11387138" y="0"/>
            <a:ext cx="8712200" cy="566738"/>
          </a:xfrm>
          <a:prstGeom prst="rect">
            <a:avLst/>
          </a:prstGeom>
        </p:spPr>
        <p:txBody>
          <a:bodyPr vert="horz" lIns="91440" tIns="45720" rIns="91440" bIns="45720" rtlCol="0"/>
          <a:lstStyle>
            <a:lvl1pPr algn="r">
              <a:defRPr sz="1200"/>
            </a:lvl1pPr>
          </a:lstStyle>
          <a:p>
            <a:fld id="{E053A15D-369C-476E-A4FD-27B2714E554A}" type="datetimeFigureOut">
              <a:rPr lang="en-US" smtClean="0"/>
              <a:t>4/12/26</a:t>
            </a:fld>
            <a:endParaRPr lang="en-US"/>
          </a:p>
        </p:txBody>
      </p:sp>
      <p:sp>
        <p:nvSpPr>
          <p:cNvPr id="4" name="Footer Placeholder 3">
            <a:extLst>
              <a:ext uri="{FF2B5EF4-FFF2-40B4-BE49-F238E27FC236}">
                <a16:creationId xmlns:a16="http://schemas.microsoft.com/office/drawing/2014/main" id="{B4DC65AE-70C1-456E-BDCB-3BF147736CFA}"/>
              </a:ext>
            </a:extLst>
          </p:cNvPr>
          <p:cNvSpPr>
            <a:spLocks noGrp="1"/>
          </p:cNvSpPr>
          <p:nvPr>
            <p:ph type="ftr" sz="quarter" idx="2"/>
          </p:nvPr>
        </p:nvSpPr>
        <p:spPr>
          <a:xfrm>
            <a:off x="0" y="10748963"/>
            <a:ext cx="8712200" cy="56673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96D416F-24FB-46D6-8460-CBAA61BA370F}"/>
              </a:ext>
            </a:extLst>
          </p:cNvPr>
          <p:cNvSpPr>
            <a:spLocks noGrp="1"/>
          </p:cNvSpPr>
          <p:nvPr>
            <p:ph type="sldNum" sz="quarter" idx="3"/>
          </p:nvPr>
        </p:nvSpPr>
        <p:spPr>
          <a:xfrm>
            <a:off x="11387138" y="10748963"/>
            <a:ext cx="8712200" cy="566737"/>
          </a:xfrm>
          <a:prstGeom prst="rect">
            <a:avLst/>
          </a:prstGeom>
        </p:spPr>
        <p:txBody>
          <a:bodyPr vert="horz" lIns="91440" tIns="45720" rIns="91440" bIns="45720" rtlCol="0" anchor="b"/>
          <a:lstStyle>
            <a:lvl1pPr algn="r">
              <a:defRPr sz="1200"/>
            </a:lvl1pPr>
          </a:lstStyle>
          <a:p>
            <a:fld id="{FBF4DE49-BEC2-4CDB-9AEE-41A7BC71EE60}" type="slidenum">
              <a:rPr lang="en-US" smtClean="0"/>
              <a:t>‹#›</a:t>
            </a:fld>
            <a:endParaRPr lang="en-US"/>
          </a:p>
        </p:txBody>
      </p:sp>
    </p:spTree>
    <p:extLst>
      <p:ext uri="{BB962C8B-B14F-4D97-AF65-F5344CB8AC3E}">
        <p14:creationId xmlns:p14="http://schemas.microsoft.com/office/powerpoint/2010/main" val="5873775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8712200" cy="5667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11387138" y="0"/>
            <a:ext cx="8712200" cy="566738"/>
          </a:xfrm>
          <a:prstGeom prst="rect">
            <a:avLst/>
          </a:prstGeom>
        </p:spPr>
        <p:txBody>
          <a:bodyPr vert="horz" lIns="91440" tIns="45720" rIns="91440" bIns="45720" rtlCol="0"/>
          <a:lstStyle>
            <a:lvl1pPr algn="r">
              <a:defRPr sz="1200"/>
            </a:lvl1pPr>
          </a:lstStyle>
          <a:p>
            <a:fld id="{C7BD8B44-2349-4EE3-B0D0-553C8A2F62DF}" type="datetimeFigureOut">
              <a:rPr lang="en-US" smtClean="0"/>
              <a:t>4/12/26</a:t>
            </a:fld>
            <a:endParaRPr lang="en-US"/>
          </a:p>
        </p:txBody>
      </p:sp>
      <p:sp>
        <p:nvSpPr>
          <p:cNvPr id="4" name="Slide Image Placeholder 3"/>
          <p:cNvSpPr>
            <a:spLocks noGrp="1" noRot="1" noChangeAspect="1"/>
          </p:cNvSpPr>
          <p:nvPr>
            <p:ph type="sldImg" idx="2"/>
          </p:nvPr>
        </p:nvSpPr>
        <p:spPr>
          <a:xfrm>
            <a:off x="6656388" y="1414463"/>
            <a:ext cx="6791325" cy="38195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2009775" y="5445125"/>
            <a:ext cx="16084550" cy="445611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748963"/>
            <a:ext cx="8712200" cy="5667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11387138" y="10748963"/>
            <a:ext cx="8712200" cy="566737"/>
          </a:xfrm>
          <a:prstGeom prst="rect">
            <a:avLst/>
          </a:prstGeom>
        </p:spPr>
        <p:txBody>
          <a:bodyPr vert="horz" lIns="91440" tIns="45720" rIns="91440" bIns="45720" rtlCol="0" anchor="b"/>
          <a:lstStyle>
            <a:lvl1pPr algn="r">
              <a:defRPr sz="1200"/>
            </a:lvl1pPr>
          </a:lstStyle>
          <a:p>
            <a:fld id="{E3D9C5E5-9620-4FBC-AD03-52B8306EED06}" type="slidenum">
              <a:rPr lang="en-US" smtClean="0"/>
              <a:t>‹#›</a:t>
            </a:fld>
            <a:endParaRPr lang="en-US"/>
          </a:p>
        </p:txBody>
      </p:sp>
    </p:spTree>
    <p:extLst>
      <p:ext uri="{BB962C8B-B14F-4D97-AF65-F5344CB8AC3E}">
        <p14:creationId xmlns:p14="http://schemas.microsoft.com/office/powerpoint/2010/main" val="3355417413"/>
      </p:ext>
    </p:extLst>
  </p:cSld>
  <p:clrMap bg1="lt1" tx1="dk1" bg2="lt2" tx2="dk2" accent1="accent1" accent2="accent2" accent3="accent3" accent4="accent4" accent5="accent5" accent6="accent6" hlink="hlink" folHlink="folHlink"/>
  <p:notesStyle>
    <a:lvl1pPr marL="0" algn="l" defTabSz="914310" rtl="0" eaLnBrk="1" latinLnBrk="0" hangingPunct="1">
      <a:defRPr sz="1200" kern="1200">
        <a:solidFill>
          <a:schemeClr val="tx1"/>
        </a:solidFill>
        <a:latin typeface="+mn-lt"/>
        <a:ea typeface="+mn-ea"/>
        <a:cs typeface="+mn-cs"/>
      </a:defRPr>
    </a:lvl1pPr>
    <a:lvl2pPr marL="457154" algn="l" defTabSz="914310" rtl="0" eaLnBrk="1" latinLnBrk="0" hangingPunct="1">
      <a:defRPr sz="1200" kern="1200">
        <a:solidFill>
          <a:schemeClr val="tx1"/>
        </a:solidFill>
        <a:latin typeface="+mn-lt"/>
        <a:ea typeface="+mn-ea"/>
        <a:cs typeface="+mn-cs"/>
      </a:defRPr>
    </a:lvl2pPr>
    <a:lvl3pPr marL="914310" algn="l" defTabSz="914310" rtl="0" eaLnBrk="1" latinLnBrk="0" hangingPunct="1">
      <a:defRPr sz="1200" kern="1200">
        <a:solidFill>
          <a:schemeClr val="tx1"/>
        </a:solidFill>
        <a:latin typeface="+mn-lt"/>
        <a:ea typeface="+mn-ea"/>
        <a:cs typeface="+mn-cs"/>
      </a:defRPr>
    </a:lvl3pPr>
    <a:lvl4pPr marL="1371464" algn="l" defTabSz="914310" rtl="0" eaLnBrk="1" latinLnBrk="0" hangingPunct="1">
      <a:defRPr sz="1200" kern="1200">
        <a:solidFill>
          <a:schemeClr val="tx1"/>
        </a:solidFill>
        <a:latin typeface="+mn-lt"/>
        <a:ea typeface="+mn-ea"/>
        <a:cs typeface="+mn-cs"/>
      </a:defRPr>
    </a:lvl4pPr>
    <a:lvl5pPr marL="1828619" algn="l" defTabSz="914310" rtl="0" eaLnBrk="1" latinLnBrk="0" hangingPunct="1">
      <a:defRPr sz="1200" kern="1200">
        <a:solidFill>
          <a:schemeClr val="tx1"/>
        </a:solidFill>
        <a:latin typeface="+mn-lt"/>
        <a:ea typeface="+mn-ea"/>
        <a:cs typeface="+mn-cs"/>
      </a:defRPr>
    </a:lvl5pPr>
    <a:lvl6pPr marL="2285772" algn="l" defTabSz="914310" rtl="0" eaLnBrk="1" latinLnBrk="0" hangingPunct="1">
      <a:defRPr sz="1200" kern="1200">
        <a:solidFill>
          <a:schemeClr val="tx1"/>
        </a:solidFill>
        <a:latin typeface="+mn-lt"/>
        <a:ea typeface="+mn-ea"/>
        <a:cs typeface="+mn-cs"/>
      </a:defRPr>
    </a:lvl6pPr>
    <a:lvl7pPr marL="2742926" algn="l" defTabSz="914310" rtl="0" eaLnBrk="1" latinLnBrk="0" hangingPunct="1">
      <a:defRPr sz="1200" kern="1200">
        <a:solidFill>
          <a:schemeClr val="tx1"/>
        </a:solidFill>
        <a:latin typeface="+mn-lt"/>
        <a:ea typeface="+mn-ea"/>
        <a:cs typeface="+mn-cs"/>
      </a:defRPr>
    </a:lvl7pPr>
    <a:lvl8pPr marL="3200080" algn="l" defTabSz="914310" rtl="0" eaLnBrk="1" latinLnBrk="0" hangingPunct="1">
      <a:defRPr sz="1200" kern="1200">
        <a:solidFill>
          <a:schemeClr val="tx1"/>
        </a:solidFill>
        <a:latin typeface="+mn-lt"/>
        <a:ea typeface="+mn-ea"/>
        <a:cs typeface="+mn-cs"/>
      </a:defRPr>
    </a:lvl8pPr>
    <a:lvl9pPr marL="3657235" algn="l" defTabSz="91431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Hi, my name is Saravanan Shanmugam. This is my capstone project for the Generative AI Advanced program. I built a Health Risk Prediction System for the Healthcare vertical. The goal is to help underwriters and clinical operations teams identify high-risk patients early using AI — without needing any data science expertise.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project title is Health Risk Prediction System, built for the Healthcare domain as part of the Generative AI Advanced program. The goal is to predict patient health risk levels using embeddings, retrieval-augmented generation, and Llama 3.1, and to surface those insights as plain-language summaries that a business team can act on immediately without needing data science expertise.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Healthcare providers and life insurance underwriters struggle to identify high-risk patients early. Patient records are large, clinical notes are unstructured, and traditional rule-based systems miss patients who have dangerous risk combinations but no obvious diagnosis code — what we call silent risk profiles. This system addresses that gap by combining structured patient data with unstructured clinical notes, running them through an AI pipeline, and surfacing the highest-risk cases automatically.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solution is an end-to-end AI pipeline. We start by combining structured patient fields like age, BMI, smoking status, and diabetes with unstructured clinical notes into a single text per patient. We then generate 384-dimensional embeddings using a Sentence Transformer model and store them in a FAISS vector store. Risk scores are calculated using a rule-based scoring system grounded in clinical risk factors. For each patient, we retrieve the three most similar historical cases from FAISS and pass them along with the patient data to Llama 3.1, which generates a plain-language business summary. The key innovation is detecting silent risk profiles — patients with high risk scores but no obvious clinical diagnosis — which traditional systems miss entirely.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49EEA-B98F-4867-F5F2-7F6782E4DE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C42866-BCFD-D34B-1065-35AD0EBDF90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24295CB-AF16-FB96-E31F-558C70DDB816}"/>
              </a:ext>
            </a:extLst>
          </p:cNvPr>
          <p:cNvSpPr>
            <a:spLocks noGrp="1"/>
          </p:cNvSpPr>
          <p:nvPr>
            <p:ph type="body" sz="quarter" idx="3"/>
          </p:nvPr>
        </p:nvSpPr>
        <p:spPr/>
        <p:txBody>
          <a:bodyPr/>
          <a:lstStyle/>
          <a:p>
            <a:r>
              <a:rPr dirty="0"/>
              <a:t>The architecture follows a linear pipeline from data ingestion to output. Two CSV files are ingested and joined on patient ID. The combined patient text is embedded using the all-MiniLM-L6-v2 model producing 384-dimensional vectors stored in a FAISS IndexFlatL2 index. Risk scoring runs in parallel with RAG retrieval — FAISS finds the top three similar patients which are passed as context to the LLM. Anomaly detection runs on BMI and risk score using z-score statistics. The LLM generates summaries for all 400 patients. The entire pipeline runs locally in VS Code with </a:t>
            </a:r>
            <a:r>
              <a:rPr dirty="0" err="1"/>
              <a:t>Groq</a:t>
            </a:r>
            <a:r>
              <a:rPr dirty="0"/>
              <a:t> cloud API for LLM inference — no GPU required. See the architecture diagram on this slide for the full end-to-end flow.</a:t>
            </a:r>
          </a:p>
        </p:txBody>
      </p:sp>
      <p:sp>
        <p:nvSpPr>
          <p:cNvPr id="4" name="Slide Number Placeholder 3">
            <a:extLst>
              <a:ext uri="{FF2B5EF4-FFF2-40B4-BE49-F238E27FC236}">
                <a16:creationId xmlns:a16="http://schemas.microsoft.com/office/drawing/2014/main" id="{94214F31-F60E-4204-9BFA-BC13A2833A18}"/>
              </a:ext>
            </a:extLst>
          </p:cNvPr>
          <p:cNvSpPr>
            <a:spLocks noGrp="1"/>
          </p:cNvSpPr>
          <p:nvPr>
            <p:ph type="sldNum" sz="quarter" idx="5"/>
          </p:nvPr>
        </p:nvSpPr>
        <p:spPr/>
      </p:sp>
    </p:spTree>
    <p:extLst>
      <p:ext uri="{BB962C8B-B14F-4D97-AF65-F5344CB8AC3E}">
        <p14:creationId xmlns:p14="http://schemas.microsoft.com/office/powerpoint/2010/main" val="20409086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used two datasets provided as course material. The patients dataset has 400 records with six fields — patient ID, age, sex, BMI, smoker, and diabetic. The encounters dataset has 1500 records across 395 unique patients covering clinical visits from January to July 2024. Since patients had multiple visits, we retained only the most recent encounter per patient, collapsing 1500 records to one per patient. The five patients with no encounter record were filled with a default note. A full PII scan confirmed no emails, phone numbers, or name patterns across all 400 records.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selected two models. The Sentence Transformer all-MiniLM-L6-v2 was chosen for embedding generation because it is lightweight, runs on CPU, and produces strong 384-dimensional vector representations. Llama 3.1 8B Instant via Groq API was chosen for LLM summarization because it is fast, available on a free tier, and produces strong plain-language output. No model training or fine-tuning was performed because the dataset has no labeled outcome column — without knowing which patients actually had cardiac events or which claims were approved, there is no ground truth to train against. Llama 3.1 was used zero-shot, meaning it was guided purely through prompt engineering specifying the role, audience, output format, and patient context. The anomaly detection threshold of 2.5 standard deviations was chosen based on standard statistical outlier detection convention.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Traditional classification metrics like accuracy, precision, recall, and AUC cannot be calculated because the dataset has no labeled outcome column. Instead we evaluated using LLMOps metrics. Out of 400 patients, 27 were classified HIGH risk, 195 MEDIUM, and 178 LOW. 11 anomalies were detected — including 2 within LOW risk patients flagged on extreme BMI values, demonstrating anomaly detection operates independently of risk scoring. 31 silent risk profiles were identified — patients with high risk scores but no high-risk diagnosis code. All 400 patients received LLM-generated summaries with an average real inference latency of 2.88 seconds and 91 tokens per call. Model confidence scoring was not available because the llama-3.1-8b-instant model on Groq does not support logprobs.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pipeline flow starts with raw patient and encounter CSV files, combines them into a single patient text per record, generates embeddings, stores them in FAISS, scores risk, detects anomalies, retrieves similar cases, and produces plain-language LLM summaries. The Streamlit dashboard provides a business-team-friendly interface showing risk distribution charts, a filterable patient risk table, individual LLM summaries searchable by patient ID, an anomaly report, a silent risk profiles report, and LLMOps metrics including real latency, token count, and embedding drift monitoring. Screenshots in this slide show the actual outputs from our pipeline run on all 400 patients.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aligned the project design with NIST AI RMF principles across all four functions — Govern, Map, Measure, and Manage. Full organizational compliance is beyond the scope of a capstone but the spirit of each function is implemented. Key guardrails include generating summaries for all patients with no exclusions, grounding every LLM output in retrieved FAISS context to reduce hallucination, managing the API key via environment variable, and conducting a full PII scan across all 400 records before any data was sent to an external API. LLMOps monitoring tracks real latency and token count per inference. Embedding drift is monitored using KL-divergence with a retraining threshold of 0.25. Model confidence scoring was explored via logprobs but is not supported by the current model — this is documented as a future enhancement.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system delivers measurable business value — 27 high-risk patients identified for proactive intervention, 31 silent risk profiles surfaced that traditional systems would miss, 11 anomalies flagged including 2 in low-risk patients caught purely on extreme BMI, and 400 plain-language summaries generated at 2.88 seconds per patient. Key learnings include the value of combining structured and unstructured data into a single embedding, the power of FAISS similarity search for silent risk detection, and the importance of evidence-based PII validation. The main limitation is the absence of labeled outcome data which prevents supervised model training. Future enhancements include collecting labeled outcome data for LoRA fine-tuning, switching to a logprobs-compatible model for real confidence scoring, implementing Microsoft Presidio for production PII scrubbing, and expanding the same pipeline to the life insurance underwriting domain.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43853-4DB9-5189-15B3-8A47498BAB2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2E57229-AB7A-67D3-EA06-0D6FD557224D}"/>
              </a:ext>
            </a:extLst>
          </p:cNvPr>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 name="Footer Placeholder 4">
            <a:extLst>
              <a:ext uri="{FF2B5EF4-FFF2-40B4-BE49-F238E27FC236}">
                <a16:creationId xmlns:a16="http://schemas.microsoft.com/office/drawing/2014/main" id="{7ED8FC10-2C0A-9612-D218-37654C7E1335}"/>
              </a:ext>
            </a:extLst>
          </p:cNvPr>
          <p:cNvSpPr>
            <a:spLocks noGrp="1"/>
          </p:cNvSpPr>
          <p:nvPr>
            <p:ph type="ftr" sz="quarter" idx="11"/>
          </p:nvPr>
        </p:nvSpPr>
        <p:spPr/>
        <p:txBody>
          <a:bodyPr/>
          <a:lstStyle/>
          <a:p>
            <a:r>
              <a:rPr lang="en-IN"/>
              <a:t>TCS confidential</a:t>
            </a:r>
          </a:p>
        </p:txBody>
      </p:sp>
      <p:sp>
        <p:nvSpPr>
          <p:cNvPr id="6" name="Slide Number Placeholder 5">
            <a:extLst>
              <a:ext uri="{FF2B5EF4-FFF2-40B4-BE49-F238E27FC236}">
                <a16:creationId xmlns:a16="http://schemas.microsoft.com/office/drawing/2014/main" id="{60077400-51B4-1126-A5F4-07654EC4C6BE}"/>
              </a:ext>
            </a:extLst>
          </p:cNvPr>
          <p:cNvSpPr>
            <a:spLocks noGrp="1"/>
          </p:cNvSpPr>
          <p:nvPr>
            <p:ph type="sldNum" sz="quarter" idx="12"/>
          </p:nvPr>
        </p:nvSpPr>
        <p:spPr/>
        <p:txBody>
          <a:bodyPr/>
          <a:lstStyle/>
          <a:p>
            <a:fld id="{662A0901-ACEF-4BE9-9C8C-C119B421173E}" type="slidenum">
              <a:rPr lang="en-IN" smtClean="0"/>
              <a:t>‹#›</a:t>
            </a:fld>
            <a:endParaRPr lang="en-IN"/>
          </a:p>
        </p:txBody>
      </p:sp>
    </p:spTree>
    <p:extLst>
      <p:ext uri="{BB962C8B-B14F-4D97-AF65-F5344CB8AC3E}">
        <p14:creationId xmlns:p14="http://schemas.microsoft.com/office/powerpoint/2010/main" val="18056986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B4F54-6F0A-19B4-3238-7BC32D8F4DC8}"/>
              </a:ext>
            </a:extLst>
          </p:cNvPr>
          <p:cNvSpPr>
            <a:spLocks noGrp="1"/>
          </p:cNvSpPr>
          <p:nvPr>
            <p:ph type="title"/>
          </p:nvPr>
        </p:nvSpPr>
        <p:spPr/>
        <p:txBody>
          <a:bodyPr/>
          <a:lstStyle/>
          <a:p>
            <a:r>
              <a:rPr lang="en-US"/>
              <a:t>Click to edit Master title style</a:t>
            </a:r>
            <a:endParaRPr lang="en-IN"/>
          </a:p>
        </p:txBody>
      </p:sp>
      <p:sp>
        <p:nvSpPr>
          <p:cNvPr id="4" name="Footer Placeholder 3">
            <a:extLst>
              <a:ext uri="{FF2B5EF4-FFF2-40B4-BE49-F238E27FC236}">
                <a16:creationId xmlns:a16="http://schemas.microsoft.com/office/drawing/2014/main" id="{F727FC30-A017-62AC-416F-FE4B67D8E730}"/>
              </a:ext>
            </a:extLst>
          </p:cNvPr>
          <p:cNvSpPr>
            <a:spLocks noGrp="1"/>
          </p:cNvSpPr>
          <p:nvPr>
            <p:ph type="ftr" sz="quarter" idx="11"/>
          </p:nvPr>
        </p:nvSpPr>
        <p:spPr/>
        <p:txBody>
          <a:bodyPr/>
          <a:lstStyle/>
          <a:p>
            <a:r>
              <a:rPr lang="en-IN"/>
              <a:t>TCS confidential</a:t>
            </a:r>
          </a:p>
        </p:txBody>
      </p:sp>
      <p:sp>
        <p:nvSpPr>
          <p:cNvPr id="5" name="Slide Number Placeholder 4">
            <a:extLst>
              <a:ext uri="{FF2B5EF4-FFF2-40B4-BE49-F238E27FC236}">
                <a16:creationId xmlns:a16="http://schemas.microsoft.com/office/drawing/2014/main" id="{4C5F89A8-A7DB-7E7B-4952-3EFF5B5544B9}"/>
              </a:ext>
            </a:extLst>
          </p:cNvPr>
          <p:cNvSpPr>
            <a:spLocks noGrp="1"/>
          </p:cNvSpPr>
          <p:nvPr>
            <p:ph type="sldNum" sz="quarter" idx="12"/>
          </p:nvPr>
        </p:nvSpPr>
        <p:spPr/>
        <p:txBody>
          <a:bodyPr/>
          <a:lstStyle/>
          <a:p>
            <a:fld id="{662A0901-ACEF-4BE9-9C8C-C119B421173E}" type="slidenum">
              <a:rPr lang="en-IN" smtClean="0"/>
              <a:t>‹#›</a:t>
            </a:fld>
            <a:endParaRPr lang="en-IN"/>
          </a:p>
        </p:txBody>
      </p:sp>
    </p:spTree>
    <p:extLst>
      <p:ext uri="{BB962C8B-B14F-4D97-AF65-F5344CB8AC3E}">
        <p14:creationId xmlns:p14="http://schemas.microsoft.com/office/powerpoint/2010/main" val="48314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CFF3A67-9F87-D948-0E1B-C965F3A44C36}"/>
              </a:ext>
            </a:extLst>
          </p:cNvPr>
          <p:cNvSpPr>
            <a:spLocks noGrp="1"/>
          </p:cNvSpPr>
          <p:nvPr>
            <p:ph type="ftr" sz="quarter" idx="11"/>
          </p:nvPr>
        </p:nvSpPr>
        <p:spPr/>
        <p:txBody>
          <a:bodyPr/>
          <a:lstStyle/>
          <a:p>
            <a:r>
              <a:rPr lang="en-IN"/>
              <a:t>TCS confidential</a:t>
            </a:r>
          </a:p>
        </p:txBody>
      </p:sp>
      <p:sp>
        <p:nvSpPr>
          <p:cNvPr id="4" name="Slide Number Placeholder 3">
            <a:extLst>
              <a:ext uri="{FF2B5EF4-FFF2-40B4-BE49-F238E27FC236}">
                <a16:creationId xmlns:a16="http://schemas.microsoft.com/office/drawing/2014/main" id="{D6930D96-E5F4-B8B9-8376-0B62449B0A50}"/>
              </a:ext>
            </a:extLst>
          </p:cNvPr>
          <p:cNvSpPr>
            <a:spLocks noGrp="1"/>
          </p:cNvSpPr>
          <p:nvPr>
            <p:ph type="sldNum" sz="quarter" idx="12"/>
          </p:nvPr>
        </p:nvSpPr>
        <p:spPr/>
        <p:txBody>
          <a:bodyPr/>
          <a:lstStyle/>
          <a:p>
            <a:fld id="{662A0901-ACEF-4BE9-9C8C-C119B421173E}" type="slidenum">
              <a:rPr lang="en-IN" smtClean="0"/>
              <a:t>‹#›</a:t>
            </a:fld>
            <a:endParaRPr lang="en-IN"/>
          </a:p>
        </p:txBody>
      </p:sp>
    </p:spTree>
    <p:extLst>
      <p:ext uri="{BB962C8B-B14F-4D97-AF65-F5344CB8AC3E}">
        <p14:creationId xmlns:p14="http://schemas.microsoft.com/office/powerpoint/2010/main" val="34816703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213B8F0-6A13-4C09-87E6-7C343222BC63}"/>
              </a:ext>
            </a:extLst>
          </p:cNvPr>
          <p:cNvSpPr>
            <a:spLocks noGrp="1"/>
          </p:cNvSpPr>
          <p:nvPr>
            <p:ph type="title"/>
          </p:nvPr>
        </p:nvSpPr>
        <p:spPr/>
        <p:txBody>
          <a:bodyPr/>
          <a:lstStyle/>
          <a:p>
            <a:r>
              <a:rPr lang="en-US"/>
              <a:t>Click to edit Master title style</a:t>
            </a:r>
          </a:p>
        </p:txBody>
      </p:sp>
      <p:sp>
        <p:nvSpPr>
          <p:cNvPr id="8" name="Text Placeholder 7">
            <a:extLst>
              <a:ext uri="{FF2B5EF4-FFF2-40B4-BE49-F238E27FC236}">
                <a16:creationId xmlns:a16="http://schemas.microsoft.com/office/drawing/2014/main" id="{CA42B828-E838-46A6-BE5A-0BCB34CA9A31}"/>
              </a:ext>
            </a:extLst>
          </p:cNvPr>
          <p:cNvSpPr>
            <a:spLocks noGrp="1"/>
          </p:cNvSpPr>
          <p:nvPr>
            <p:ph type="body" sz="quarter" idx="10"/>
          </p:nvPr>
        </p:nvSpPr>
        <p:spPr>
          <a:xfrm>
            <a:off x="287191" y="2136845"/>
            <a:ext cx="4042988" cy="238912"/>
          </a:xfrm>
        </p:spPr>
        <p:txBody>
          <a:bodyPr vert="horz" wrap="square" lIns="0" tIns="17145" rIns="0" bIns="0" rtlCol="0">
            <a:spAutoFit/>
          </a:bodyPr>
          <a:lstStyle>
            <a:lvl1pPr>
              <a:defRPr lang="en-US" dirty="0" smtClean="0"/>
            </a:lvl1pPr>
            <a:lvl2pPr marL="457178" indent="0">
              <a:buNone/>
              <a:defRPr lang="en-US" dirty="0" smtClean="0"/>
            </a:lvl2pPr>
            <a:lvl3pPr>
              <a:defRPr lang="en-US" dirty="0" smtClean="0"/>
            </a:lvl3pPr>
            <a:lvl4pPr>
              <a:defRPr lang="en-US" dirty="0" smtClean="0"/>
            </a:lvl4pPr>
            <a:lvl5pPr>
              <a:defRPr lang="en-US" dirty="0"/>
            </a:lvl5pPr>
          </a:lstStyle>
          <a:p>
            <a:pPr marL="0" lvl="0" indent="0">
              <a:buClr>
                <a:srgbClr val="808285"/>
              </a:buClr>
              <a:buFont typeface="Wingdings" panose="05000000000000000000" pitchFamily="2" charset="2"/>
              <a:buNone/>
            </a:pPr>
            <a:r>
              <a:rPr lang="en-US"/>
              <a:t>Click to edit Master text styles</a:t>
            </a:r>
          </a:p>
        </p:txBody>
      </p:sp>
      <p:sp>
        <p:nvSpPr>
          <p:cNvPr id="10" name="Text Placeholder 9">
            <a:extLst>
              <a:ext uri="{FF2B5EF4-FFF2-40B4-BE49-F238E27FC236}">
                <a16:creationId xmlns:a16="http://schemas.microsoft.com/office/drawing/2014/main" id="{084EFB8F-EA4A-4341-A4CD-09652A6EE590}"/>
              </a:ext>
            </a:extLst>
          </p:cNvPr>
          <p:cNvSpPr>
            <a:spLocks noGrp="1"/>
          </p:cNvSpPr>
          <p:nvPr>
            <p:ph type="body" sz="quarter" idx="11" hasCustomPrompt="1"/>
          </p:nvPr>
        </p:nvSpPr>
        <p:spPr>
          <a:xfrm>
            <a:off x="281238" y="4364872"/>
            <a:ext cx="1331610" cy="138499"/>
          </a:xfrm>
        </p:spPr>
        <p:txBody>
          <a:bodyPr vert="horz" wrap="square" lIns="0" tIns="0" rIns="0" bIns="0" rtlCol="0">
            <a:spAutoFit/>
          </a:bodyPr>
          <a:lstStyle>
            <a:lvl1pPr marL="0" indent="0">
              <a:buFont typeface="Arial" panose="020B0604020202020204" pitchFamily="34" charset="0"/>
              <a:buNone/>
              <a:defRPr lang="en-US" sz="1000" smtClean="0">
                <a:solidFill>
                  <a:srgbClr val="F4F3F9"/>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171442" lvl="0" indent="-171442" defTabSz="914310">
              <a:buClr>
                <a:srgbClr val="808285"/>
              </a:buClr>
            </a:pPr>
            <a:r>
              <a:rPr lang="en-US"/>
              <a:t>Date</a:t>
            </a:r>
          </a:p>
        </p:txBody>
      </p:sp>
    </p:spTree>
    <p:extLst>
      <p:ext uri="{BB962C8B-B14F-4D97-AF65-F5344CB8AC3E}">
        <p14:creationId xmlns:p14="http://schemas.microsoft.com/office/powerpoint/2010/main" val="4657925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213B8F0-6A13-4C09-87E6-7C343222BC63}"/>
              </a:ext>
            </a:extLst>
          </p:cNvPr>
          <p:cNvSpPr>
            <a:spLocks noGrp="1"/>
          </p:cNvSpPr>
          <p:nvPr>
            <p:ph type="title"/>
          </p:nvPr>
        </p:nvSpPr>
        <p:spPr/>
        <p:txBody>
          <a:bodyPr/>
          <a:lstStyle/>
          <a:p>
            <a:r>
              <a:rPr lang="en-US"/>
              <a:t>Click to edit Master title style</a:t>
            </a:r>
          </a:p>
        </p:txBody>
      </p:sp>
      <p:sp>
        <p:nvSpPr>
          <p:cNvPr id="8" name="Text Placeholder 7">
            <a:extLst>
              <a:ext uri="{FF2B5EF4-FFF2-40B4-BE49-F238E27FC236}">
                <a16:creationId xmlns:a16="http://schemas.microsoft.com/office/drawing/2014/main" id="{CA42B828-E838-46A6-BE5A-0BCB34CA9A31}"/>
              </a:ext>
            </a:extLst>
          </p:cNvPr>
          <p:cNvSpPr>
            <a:spLocks noGrp="1"/>
          </p:cNvSpPr>
          <p:nvPr>
            <p:ph type="body" sz="quarter" idx="10"/>
          </p:nvPr>
        </p:nvSpPr>
        <p:spPr>
          <a:xfrm>
            <a:off x="287191" y="2136844"/>
            <a:ext cx="4042988" cy="238912"/>
          </a:xfrm>
        </p:spPr>
        <p:txBody>
          <a:bodyPr vert="horz" wrap="square" lIns="0" tIns="17145" rIns="0" bIns="0" rtlCol="0">
            <a:spAutoFit/>
          </a:bodyPr>
          <a:lstStyle>
            <a:lvl1pPr>
              <a:defRPr lang="en-US" dirty="0" smtClean="0"/>
            </a:lvl1pPr>
            <a:lvl2pPr marL="457178" indent="0">
              <a:buNone/>
              <a:defRPr lang="en-US" dirty="0" smtClean="0"/>
            </a:lvl2pPr>
            <a:lvl3pPr>
              <a:defRPr lang="en-US" dirty="0" smtClean="0"/>
            </a:lvl3pPr>
            <a:lvl4pPr>
              <a:defRPr lang="en-US" dirty="0" smtClean="0"/>
            </a:lvl4pPr>
            <a:lvl5pPr>
              <a:defRPr lang="en-US" dirty="0"/>
            </a:lvl5pPr>
          </a:lstStyle>
          <a:p>
            <a:pPr marL="0" lvl="0" indent="0">
              <a:buClr>
                <a:srgbClr val="808285"/>
              </a:buClr>
              <a:buFont typeface="Wingdings" panose="05000000000000000000" pitchFamily="2" charset="2"/>
              <a:buNone/>
            </a:pPr>
            <a:r>
              <a:rPr lang="en-US"/>
              <a:t>Click to edit Master text styles</a:t>
            </a:r>
          </a:p>
        </p:txBody>
      </p:sp>
      <p:sp>
        <p:nvSpPr>
          <p:cNvPr id="10" name="Text Placeholder 9">
            <a:extLst>
              <a:ext uri="{FF2B5EF4-FFF2-40B4-BE49-F238E27FC236}">
                <a16:creationId xmlns:a16="http://schemas.microsoft.com/office/drawing/2014/main" id="{084EFB8F-EA4A-4341-A4CD-09652A6EE590}"/>
              </a:ext>
            </a:extLst>
          </p:cNvPr>
          <p:cNvSpPr>
            <a:spLocks noGrp="1"/>
          </p:cNvSpPr>
          <p:nvPr>
            <p:ph type="body" sz="quarter" idx="11" hasCustomPrompt="1"/>
          </p:nvPr>
        </p:nvSpPr>
        <p:spPr>
          <a:xfrm>
            <a:off x="281238" y="4364871"/>
            <a:ext cx="1331610" cy="138499"/>
          </a:xfrm>
        </p:spPr>
        <p:txBody>
          <a:bodyPr vert="horz" wrap="square" lIns="0" tIns="0" rIns="0" bIns="0" rtlCol="0">
            <a:spAutoFit/>
          </a:bodyPr>
          <a:lstStyle>
            <a:lvl1pPr marL="0" indent="0">
              <a:buFont typeface="Arial" panose="020B0604020202020204" pitchFamily="34" charset="0"/>
              <a:buNone/>
              <a:defRPr lang="en-US" sz="1000" smtClean="0">
                <a:solidFill>
                  <a:srgbClr val="F4F3F9"/>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171442" lvl="0" indent="-171442" defTabSz="914310">
              <a:buClr>
                <a:srgbClr val="808285"/>
              </a:buClr>
            </a:pPr>
            <a:r>
              <a:rPr lang="en-US"/>
              <a:t>Date</a:t>
            </a:r>
          </a:p>
        </p:txBody>
      </p:sp>
    </p:spTree>
    <p:extLst>
      <p:ext uri="{BB962C8B-B14F-4D97-AF65-F5344CB8AC3E}">
        <p14:creationId xmlns:p14="http://schemas.microsoft.com/office/powerpoint/2010/main" val="12907375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213B8F0-6A13-4C09-87E6-7C343222BC63}"/>
              </a:ext>
            </a:extLst>
          </p:cNvPr>
          <p:cNvSpPr>
            <a:spLocks noGrp="1"/>
          </p:cNvSpPr>
          <p:nvPr>
            <p:ph type="title"/>
          </p:nvPr>
        </p:nvSpPr>
        <p:spPr/>
        <p:txBody>
          <a:bodyPr/>
          <a:lstStyle/>
          <a:p>
            <a:r>
              <a:rPr lang="en-US"/>
              <a:t>Click to edit Master title style</a:t>
            </a:r>
          </a:p>
        </p:txBody>
      </p:sp>
      <p:sp>
        <p:nvSpPr>
          <p:cNvPr id="8" name="Text Placeholder 7">
            <a:extLst>
              <a:ext uri="{FF2B5EF4-FFF2-40B4-BE49-F238E27FC236}">
                <a16:creationId xmlns:a16="http://schemas.microsoft.com/office/drawing/2014/main" id="{CA42B828-E838-46A6-BE5A-0BCB34CA9A31}"/>
              </a:ext>
            </a:extLst>
          </p:cNvPr>
          <p:cNvSpPr>
            <a:spLocks noGrp="1"/>
          </p:cNvSpPr>
          <p:nvPr>
            <p:ph type="body" sz="quarter" idx="10"/>
          </p:nvPr>
        </p:nvSpPr>
        <p:spPr>
          <a:xfrm>
            <a:off x="287191" y="2136845"/>
            <a:ext cx="4042988" cy="238912"/>
          </a:xfrm>
        </p:spPr>
        <p:txBody>
          <a:bodyPr vert="horz" wrap="square" lIns="0" tIns="17145" rIns="0" bIns="0" rtlCol="0">
            <a:spAutoFit/>
          </a:bodyPr>
          <a:lstStyle>
            <a:lvl1pPr>
              <a:defRPr lang="en-US" dirty="0" smtClean="0"/>
            </a:lvl1pPr>
            <a:lvl2pPr marL="457178" indent="0">
              <a:buNone/>
              <a:defRPr lang="en-US" dirty="0" smtClean="0"/>
            </a:lvl2pPr>
            <a:lvl3pPr>
              <a:defRPr lang="en-US" dirty="0" smtClean="0"/>
            </a:lvl3pPr>
            <a:lvl4pPr>
              <a:defRPr lang="en-US" dirty="0" smtClean="0"/>
            </a:lvl4pPr>
            <a:lvl5pPr>
              <a:defRPr lang="en-US" dirty="0"/>
            </a:lvl5pPr>
          </a:lstStyle>
          <a:p>
            <a:pPr marL="0" lvl="0" indent="0">
              <a:buClr>
                <a:srgbClr val="808285"/>
              </a:buClr>
              <a:buFont typeface="Wingdings" panose="05000000000000000000" pitchFamily="2" charset="2"/>
              <a:buNone/>
            </a:pPr>
            <a:r>
              <a:rPr lang="en-US"/>
              <a:t>Click to edit Master text styles</a:t>
            </a:r>
          </a:p>
        </p:txBody>
      </p:sp>
      <p:sp>
        <p:nvSpPr>
          <p:cNvPr id="10" name="Text Placeholder 9">
            <a:extLst>
              <a:ext uri="{FF2B5EF4-FFF2-40B4-BE49-F238E27FC236}">
                <a16:creationId xmlns:a16="http://schemas.microsoft.com/office/drawing/2014/main" id="{084EFB8F-EA4A-4341-A4CD-09652A6EE590}"/>
              </a:ext>
            </a:extLst>
          </p:cNvPr>
          <p:cNvSpPr>
            <a:spLocks noGrp="1"/>
          </p:cNvSpPr>
          <p:nvPr>
            <p:ph type="body" sz="quarter" idx="11" hasCustomPrompt="1"/>
          </p:nvPr>
        </p:nvSpPr>
        <p:spPr>
          <a:xfrm>
            <a:off x="281238" y="4364871"/>
            <a:ext cx="1331610" cy="138499"/>
          </a:xfrm>
        </p:spPr>
        <p:txBody>
          <a:bodyPr vert="horz" wrap="square" lIns="0" tIns="0" rIns="0" bIns="0" rtlCol="0">
            <a:spAutoFit/>
          </a:bodyPr>
          <a:lstStyle>
            <a:lvl1pPr marL="0" indent="0">
              <a:buFont typeface="Arial" panose="020B0604020202020204" pitchFamily="34" charset="0"/>
              <a:buNone/>
              <a:defRPr lang="en-US" sz="1000" smtClean="0">
                <a:solidFill>
                  <a:srgbClr val="F4F3F9"/>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171442" lvl="0" indent="-171442" defTabSz="914310">
              <a:buClr>
                <a:srgbClr val="808285"/>
              </a:buClr>
            </a:pPr>
            <a:r>
              <a:rPr lang="en-US"/>
              <a:t>Date</a:t>
            </a:r>
          </a:p>
        </p:txBody>
      </p:sp>
    </p:spTree>
    <p:extLst>
      <p:ext uri="{BB962C8B-B14F-4D97-AF65-F5344CB8AC3E}">
        <p14:creationId xmlns:p14="http://schemas.microsoft.com/office/powerpoint/2010/main" val="1266716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3_Custom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213B8F0-6A13-4C09-87E6-7C343222BC63}"/>
              </a:ext>
            </a:extLst>
          </p:cNvPr>
          <p:cNvSpPr>
            <a:spLocks noGrp="1"/>
          </p:cNvSpPr>
          <p:nvPr>
            <p:ph type="title"/>
          </p:nvPr>
        </p:nvSpPr>
        <p:spPr/>
        <p:txBody>
          <a:bodyPr/>
          <a:lstStyle/>
          <a:p>
            <a:r>
              <a:rPr lang="en-US"/>
              <a:t>Click to edit Master title style</a:t>
            </a:r>
          </a:p>
        </p:txBody>
      </p:sp>
      <p:sp>
        <p:nvSpPr>
          <p:cNvPr id="8" name="Text Placeholder 7">
            <a:extLst>
              <a:ext uri="{FF2B5EF4-FFF2-40B4-BE49-F238E27FC236}">
                <a16:creationId xmlns:a16="http://schemas.microsoft.com/office/drawing/2014/main" id="{CA42B828-E838-46A6-BE5A-0BCB34CA9A31}"/>
              </a:ext>
            </a:extLst>
          </p:cNvPr>
          <p:cNvSpPr>
            <a:spLocks noGrp="1"/>
          </p:cNvSpPr>
          <p:nvPr>
            <p:ph type="body" sz="quarter" idx="10"/>
          </p:nvPr>
        </p:nvSpPr>
        <p:spPr>
          <a:xfrm>
            <a:off x="287191" y="2136844"/>
            <a:ext cx="4042988" cy="263534"/>
          </a:xfrm>
        </p:spPr>
        <p:txBody>
          <a:bodyPr vert="horz" wrap="square" lIns="0" tIns="17145" rIns="0" bIns="0" rtlCol="0">
            <a:spAutoFit/>
          </a:bodyPr>
          <a:lstStyle>
            <a:lvl1pPr>
              <a:defRPr lang="en-US" dirty="0" smtClean="0"/>
            </a:lvl1pPr>
            <a:lvl2pPr marL="457178" indent="0">
              <a:buNone/>
              <a:defRPr lang="en-US" dirty="0" smtClean="0"/>
            </a:lvl2pPr>
            <a:lvl3pPr>
              <a:defRPr lang="en-US" dirty="0" smtClean="0"/>
            </a:lvl3pPr>
            <a:lvl4pPr>
              <a:defRPr lang="en-US" dirty="0" smtClean="0"/>
            </a:lvl4pPr>
            <a:lvl5pPr>
              <a:defRPr lang="en-US" dirty="0"/>
            </a:lvl5pPr>
          </a:lstStyle>
          <a:p>
            <a:pPr marL="0" lvl="0" indent="0">
              <a:buClr>
                <a:srgbClr val="808285"/>
              </a:buClr>
              <a:buFont typeface="Wingdings" panose="05000000000000000000" pitchFamily="2" charset="2"/>
              <a:buNone/>
            </a:pPr>
            <a:r>
              <a:rPr lang="en-US"/>
              <a:t>Click to edit Master text styles</a:t>
            </a:r>
          </a:p>
        </p:txBody>
      </p:sp>
      <p:sp>
        <p:nvSpPr>
          <p:cNvPr id="10" name="Text Placeholder 9">
            <a:extLst>
              <a:ext uri="{FF2B5EF4-FFF2-40B4-BE49-F238E27FC236}">
                <a16:creationId xmlns:a16="http://schemas.microsoft.com/office/drawing/2014/main" id="{084EFB8F-EA4A-4341-A4CD-09652A6EE590}"/>
              </a:ext>
            </a:extLst>
          </p:cNvPr>
          <p:cNvSpPr>
            <a:spLocks noGrp="1"/>
          </p:cNvSpPr>
          <p:nvPr>
            <p:ph type="body" sz="quarter" idx="11" hasCustomPrompt="1"/>
          </p:nvPr>
        </p:nvSpPr>
        <p:spPr>
          <a:xfrm>
            <a:off x="281238" y="4364870"/>
            <a:ext cx="1331610" cy="153888"/>
          </a:xfrm>
        </p:spPr>
        <p:txBody>
          <a:bodyPr vert="horz" wrap="square" lIns="0" tIns="0" rIns="0" bIns="0" rtlCol="0">
            <a:spAutoFit/>
          </a:bodyPr>
          <a:lstStyle>
            <a:lvl1pPr marL="0" indent="0">
              <a:buFont typeface="Arial" panose="020B0604020202020204" pitchFamily="34" charset="0"/>
              <a:buNone/>
              <a:defRPr lang="en-US" sz="1000" smtClean="0">
                <a:solidFill>
                  <a:srgbClr val="F4F3F9"/>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171442" lvl="0" indent="-171442" defTabSz="914310">
              <a:buClr>
                <a:srgbClr val="808285"/>
              </a:buClr>
            </a:pPr>
            <a:r>
              <a:rPr lang="en-US"/>
              <a:t>Date</a:t>
            </a:r>
          </a:p>
        </p:txBody>
      </p:sp>
    </p:spTree>
    <p:extLst>
      <p:ext uri="{BB962C8B-B14F-4D97-AF65-F5344CB8AC3E}">
        <p14:creationId xmlns:p14="http://schemas.microsoft.com/office/powerpoint/2010/main" val="42284180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43853-4DB9-5189-15B3-8A47498BAB2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2E57229-AB7A-67D3-EA06-0D6FD557224D}"/>
              </a:ext>
            </a:extLst>
          </p:cNvPr>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 name="Footer Placeholder 4">
            <a:extLst>
              <a:ext uri="{FF2B5EF4-FFF2-40B4-BE49-F238E27FC236}">
                <a16:creationId xmlns:a16="http://schemas.microsoft.com/office/drawing/2014/main" id="{7ED8FC10-2C0A-9612-D218-37654C7E1335}"/>
              </a:ext>
            </a:extLst>
          </p:cNvPr>
          <p:cNvSpPr>
            <a:spLocks noGrp="1"/>
          </p:cNvSpPr>
          <p:nvPr>
            <p:ph type="ftr" sz="quarter" idx="11"/>
          </p:nvPr>
        </p:nvSpPr>
        <p:spPr/>
        <p:txBody>
          <a:bodyPr/>
          <a:lstStyle/>
          <a:p>
            <a:r>
              <a:rPr lang="en-IN"/>
              <a:t>TCS confidential</a:t>
            </a:r>
          </a:p>
        </p:txBody>
      </p:sp>
      <p:sp>
        <p:nvSpPr>
          <p:cNvPr id="6" name="Slide Number Placeholder 5">
            <a:extLst>
              <a:ext uri="{FF2B5EF4-FFF2-40B4-BE49-F238E27FC236}">
                <a16:creationId xmlns:a16="http://schemas.microsoft.com/office/drawing/2014/main" id="{60077400-51B4-1126-A5F4-07654EC4C6BE}"/>
              </a:ext>
            </a:extLst>
          </p:cNvPr>
          <p:cNvSpPr>
            <a:spLocks noGrp="1"/>
          </p:cNvSpPr>
          <p:nvPr>
            <p:ph type="sldNum" sz="quarter" idx="12"/>
          </p:nvPr>
        </p:nvSpPr>
        <p:spPr/>
        <p:txBody>
          <a:bodyPr/>
          <a:lstStyle/>
          <a:p>
            <a:fld id="{662A0901-ACEF-4BE9-9C8C-C119B421173E}" type="slidenum">
              <a:rPr lang="en-IN" smtClean="0"/>
              <a:t>‹#›</a:t>
            </a:fld>
            <a:endParaRPr lang="en-IN"/>
          </a:p>
        </p:txBody>
      </p:sp>
    </p:spTree>
    <p:extLst>
      <p:ext uri="{BB962C8B-B14F-4D97-AF65-F5344CB8AC3E}">
        <p14:creationId xmlns:p14="http://schemas.microsoft.com/office/powerpoint/2010/main" val="30652839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B4F54-6F0A-19B4-3238-7BC32D8F4DC8}"/>
              </a:ext>
            </a:extLst>
          </p:cNvPr>
          <p:cNvSpPr>
            <a:spLocks noGrp="1"/>
          </p:cNvSpPr>
          <p:nvPr>
            <p:ph type="title"/>
          </p:nvPr>
        </p:nvSpPr>
        <p:spPr/>
        <p:txBody>
          <a:bodyPr/>
          <a:lstStyle/>
          <a:p>
            <a:r>
              <a:rPr lang="en-US"/>
              <a:t>Click to edit Master title style</a:t>
            </a:r>
            <a:endParaRPr lang="en-IN"/>
          </a:p>
        </p:txBody>
      </p:sp>
      <p:sp>
        <p:nvSpPr>
          <p:cNvPr id="4" name="Footer Placeholder 3">
            <a:extLst>
              <a:ext uri="{FF2B5EF4-FFF2-40B4-BE49-F238E27FC236}">
                <a16:creationId xmlns:a16="http://schemas.microsoft.com/office/drawing/2014/main" id="{F727FC30-A017-62AC-416F-FE4B67D8E730}"/>
              </a:ext>
            </a:extLst>
          </p:cNvPr>
          <p:cNvSpPr>
            <a:spLocks noGrp="1"/>
          </p:cNvSpPr>
          <p:nvPr>
            <p:ph type="ftr" sz="quarter" idx="11"/>
          </p:nvPr>
        </p:nvSpPr>
        <p:spPr/>
        <p:txBody>
          <a:bodyPr/>
          <a:lstStyle/>
          <a:p>
            <a:r>
              <a:rPr lang="en-IN"/>
              <a:t>TCS confidential</a:t>
            </a:r>
          </a:p>
        </p:txBody>
      </p:sp>
      <p:sp>
        <p:nvSpPr>
          <p:cNvPr id="5" name="Slide Number Placeholder 4">
            <a:extLst>
              <a:ext uri="{FF2B5EF4-FFF2-40B4-BE49-F238E27FC236}">
                <a16:creationId xmlns:a16="http://schemas.microsoft.com/office/drawing/2014/main" id="{4C5F89A8-A7DB-7E7B-4952-3EFF5B5544B9}"/>
              </a:ext>
            </a:extLst>
          </p:cNvPr>
          <p:cNvSpPr>
            <a:spLocks noGrp="1"/>
          </p:cNvSpPr>
          <p:nvPr>
            <p:ph type="sldNum" sz="quarter" idx="12"/>
          </p:nvPr>
        </p:nvSpPr>
        <p:spPr/>
        <p:txBody>
          <a:bodyPr/>
          <a:lstStyle/>
          <a:p>
            <a:fld id="{662A0901-ACEF-4BE9-9C8C-C119B421173E}" type="slidenum">
              <a:rPr lang="en-IN" smtClean="0"/>
              <a:t>‹#›</a:t>
            </a:fld>
            <a:endParaRPr lang="en-IN"/>
          </a:p>
        </p:txBody>
      </p:sp>
    </p:spTree>
    <p:extLst>
      <p:ext uri="{BB962C8B-B14F-4D97-AF65-F5344CB8AC3E}">
        <p14:creationId xmlns:p14="http://schemas.microsoft.com/office/powerpoint/2010/main" val="6641039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CFF3A67-9F87-D948-0E1B-C965F3A44C36}"/>
              </a:ext>
            </a:extLst>
          </p:cNvPr>
          <p:cNvSpPr>
            <a:spLocks noGrp="1"/>
          </p:cNvSpPr>
          <p:nvPr>
            <p:ph type="ftr" sz="quarter" idx="11"/>
          </p:nvPr>
        </p:nvSpPr>
        <p:spPr/>
        <p:txBody>
          <a:bodyPr/>
          <a:lstStyle/>
          <a:p>
            <a:r>
              <a:rPr lang="en-IN"/>
              <a:t>TCS confidential</a:t>
            </a:r>
          </a:p>
        </p:txBody>
      </p:sp>
      <p:sp>
        <p:nvSpPr>
          <p:cNvPr id="4" name="Slide Number Placeholder 3">
            <a:extLst>
              <a:ext uri="{FF2B5EF4-FFF2-40B4-BE49-F238E27FC236}">
                <a16:creationId xmlns:a16="http://schemas.microsoft.com/office/drawing/2014/main" id="{D6930D96-E5F4-B8B9-8376-0B62449B0A50}"/>
              </a:ext>
            </a:extLst>
          </p:cNvPr>
          <p:cNvSpPr>
            <a:spLocks noGrp="1"/>
          </p:cNvSpPr>
          <p:nvPr>
            <p:ph type="sldNum" sz="quarter" idx="12"/>
          </p:nvPr>
        </p:nvSpPr>
        <p:spPr/>
        <p:txBody>
          <a:bodyPr/>
          <a:lstStyle/>
          <a:p>
            <a:fld id="{662A0901-ACEF-4BE9-9C8C-C119B421173E}" type="slidenum">
              <a:rPr lang="en-IN" smtClean="0"/>
              <a:t>‹#›</a:t>
            </a:fld>
            <a:endParaRPr lang="en-IN"/>
          </a:p>
        </p:txBody>
      </p:sp>
    </p:spTree>
    <p:extLst>
      <p:ext uri="{BB962C8B-B14F-4D97-AF65-F5344CB8AC3E}">
        <p14:creationId xmlns:p14="http://schemas.microsoft.com/office/powerpoint/2010/main" val="5450669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213B8F0-6A13-4C09-87E6-7C343222BC63}"/>
              </a:ext>
            </a:extLst>
          </p:cNvPr>
          <p:cNvSpPr>
            <a:spLocks noGrp="1"/>
          </p:cNvSpPr>
          <p:nvPr>
            <p:ph type="title"/>
          </p:nvPr>
        </p:nvSpPr>
        <p:spPr/>
        <p:txBody>
          <a:bodyPr/>
          <a:lstStyle/>
          <a:p>
            <a:r>
              <a:rPr lang="en-US"/>
              <a:t>Click to edit Master title style</a:t>
            </a:r>
          </a:p>
        </p:txBody>
      </p:sp>
      <p:sp>
        <p:nvSpPr>
          <p:cNvPr id="8" name="Text Placeholder 7">
            <a:extLst>
              <a:ext uri="{FF2B5EF4-FFF2-40B4-BE49-F238E27FC236}">
                <a16:creationId xmlns:a16="http://schemas.microsoft.com/office/drawing/2014/main" id="{CA42B828-E838-46A6-BE5A-0BCB34CA9A31}"/>
              </a:ext>
            </a:extLst>
          </p:cNvPr>
          <p:cNvSpPr>
            <a:spLocks noGrp="1"/>
          </p:cNvSpPr>
          <p:nvPr>
            <p:ph type="body" sz="quarter" idx="10"/>
          </p:nvPr>
        </p:nvSpPr>
        <p:spPr>
          <a:xfrm>
            <a:off x="287191" y="2136845"/>
            <a:ext cx="4042988" cy="238912"/>
          </a:xfrm>
        </p:spPr>
        <p:txBody>
          <a:bodyPr vert="horz" wrap="square" lIns="0" tIns="17145" rIns="0" bIns="0" rtlCol="0">
            <a:spAutoFit/>
          </a:bodyPr>
          <a:lstStyle>
            <a:lvl1pPr>
              <a:defRPr lang="en-US" dirty="0" smtClean="0"/>
            </a:lvl1pPr>
            <a:lvl2pPr marL="457178" indent="0">
              <a:buNone/>
              <a:defRPr lang="en-US" dirty="0" smtClean="0"/>
            </a:lvl2pPr>
            <a:lvl3pPr>
              <a:defRPr lang="en-US" dirty="0" smtClean="0"/>
            </a:lvl3pPr>
            <a:lvl4pPr>
              <a:defRPr lang="en-US" dirty="0" smtClean="0"/>
            </a:lvl4pPr>
            <a:lvl5pPr>
              <a:defRPr lang="en-US" dirty="0"/>
            </a:lvl5pPr>
          </a:lstStyle>
          <a:p>
            <a:pPr marL="0" lvl="0" indent="0">
              <a:buClr>
                <a:srgbClr val="808285"/>
              </a:buClr>
              <a:buFont typeface="Wingdings" panose="05000000000000000000" pitchFamily="2" charset="2"/>
              <a:buNone/>
            </a:pPr>
            <a:r>
              <a:rPr lang="en-US"/>
              <a:t>Click to edit Master text styles</a:t>
            </a:r>
          </a:p>
        </p:txBody>
      </p:sp>
      <p:sp>
        <p:nvSpPr>
          <p:cNvPr id="10" name="Text Placeholder 9">
            <a:extLst>
              <a:ext uri="{FF2B5EF4-FFF2-40B4-BE49-F238E27FC236}">
                <a16:creationId xmlns:a16="http://schemas.microsoft.com/office/drawing/2014/main" id="{084EFB8F-EA4A-4341-A4CD-09652A6EE590}"/>
              </a:ext>
            </a:extLst>
          </p:cNvPr>
          <p:cNvSpPr>
            <a:spLocks noGrp="1"/>
          </p:cNvSpPr>
          <p:nvPr>
            <p:ph type="body" sz="quarter" idx="11" hasCustomPrompt="1"/>
          </p:nvPr>
        </p:nvSpPr>
        <p:spPr>
          <a:xfrm>
            <a:off x="281238" y="4364872"/>
            <a:ext cx="1331610" cy="138499"/>
          </a:xfrm>
        </p:spPr>
        <p:txBody>
          <a:bodyPr vert="horz" wrap="square" lIns="0" tIns="0" rIns="0" bIns="0" rtlCol="0">
            <a:spAutoFit/>
          </a:bodyPr>
          <a:lstStyle>
            <a:lvl1pPr marL="0" indent="0">
              <a:buFont typeface="Arial" panose="020B0604020202020204" pitchFamily="34" charset="0"/>
              <a:buNone/>
              <a:defRPr lang="en-US" sz="1000" smtClean="0">
                <a:solidFill>
                  <a:srgbClr val="F4F3F9"/>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171442" lvl="0" indent="-171442" defTabSz="914310">
              <a:buClr>
                <a:srgbClr val="808285"/>
              </a:buClr>
            </a:pPr>
            <a:r>
              <a:rPr lang="en-US"/>
              <a:t>Date</a:t>
            </a:r>
          </a:p>
        </p:txBody>
      </p:sp>
    </p:spTree>
    <p:extLst>
      <p:ext uri="{BB962C8B-B14F-4D97-AF65-F5344CB8AC3E}">
        <p14:creationId xmlns:p14="http://schemas.microsoft.com/office/powerpoint/2010/main" val="11285460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25465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7A939-6BD5-6D9A-C6E0-773DC6558828}"/>
              </a:ext>
            </a:extLst>
          </p:cNvPr>
          <p:cNvSpPr>
            <a:spLocks noGrp="1"/>
          </p:cNvSpPr>
          <p:nvPr>
            <p:ph type="title"/>
          </p:nvPr>
        </p:nvSpPr>
        <p:spPr>
          <a:xfrm>
            <a:off x="277814" y="2226193"/>
            <a:ext cx="2650475" cy="689291"/>
          </a:xfrm>
          <a:prstGeom prst="rect">
            <a:avLst/>
          </a:prstGeom>
        </p:spPr>
        <p:txBody>
          <a:bodyPr vert="horz" wrap="square" lIns="0" tIns="12065" rIns="0" bIns="0" rtlCol="0" anchor="ctr">
            <a:spAutoFit/>
          </a:bodyPr>
          <a:lstStyle>
            <a:lvl1pPr>
              <a:defRPr lang="en-IN" sz="2200" dirty="0"/>
            </a:lvl1pPr>
          </a:lstStyle>
          <a:p>
            <a:pPr marL="5776" lvl="0">
              <a:lnSpc>
                <a:spcPct val="100000"/>
              </a:lnSpc>
              <a:spcBef>
                <a:spcPts val="43"/>
              </a:spcBef>
            </a:pPr>
            <a:r>
              <a:rPr lang="en-US" dirty="0"/>
              <a:t>Click to edit Master title style</a:t>
            </a:r>
            <a:endParaRPr lang="en-IN" dirty="0"/>
          </a:p>
        </p:txBody>
      </p:sp>
    </p:spTree>
    <p:extLst>
      <p:ext uri="{BB962C8B-B14F-4D97-AF65-F5344CB8AC3E}">
        <p14:creationId xmlns:p14="http://schemas.microsoft.com/office/powerpoint/2010/main" val="37406166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54353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213B8F0-6A13-4C09-87E6-7C343222BC63}"/>
              </a:ext>
            </a:extLst>
          </p:cNvPr>
          <p:cNvSpPr>
            <a:spLocks noGrp="1"/>
          </p:cNvSpPr>
          <p:nvPr>
            <p:ph type="title"/>
          </p:nvPr>
        </p:nvSpPr>
        <p:spPr/>
        <p:txBody>
          <a:bodyPr/>
          <a:lstStyle/>
          <a:p>
            <a:r>
              <a:rPr lang="en-US"/>
              <a:t>Click to edit Master title style</a:t>
            </a:r>
          </a:p>
        </p:txBody>
      </p:sp>
      <p:sp>
        <p:nvSpPr>
          <p:cNvPr id="8" name="Text Placeholder 7">
            <a:extLst>
              <a:ext uri="{FF2B5EF4-FFF2-40B4-BE49-F238E27FC236}">
                <a16:creationId xmlns:a16="http://schemas.microsoft.com/office/drawing/2014/main" id="{CA42B828-E838-46A6-BE5A-0BCB34CA9A31}"/>
              </a:ext>
            </a:extLst>
          </p:cNvPr>
          <p:cNvSpPr>
            <a:spLocks noGrp="1"/>
          </p:cNvSpPr>
          <p:nvPr>
            <p:ph type="body" sz="quarter" idx="10"/>
          </p:nvPr>
        </p:nvSpPr>
        <p:spPr>
          <a:xfrm>
            <a:off x="287191" y="2136844"/>
            <a:ext cx="4042988" cy="263534"/>
          </a:xfrm>
        </p:spPr>
        <p:txBody>
          <a:bodyPr vert="horz" wrap="square" lIns="0" tIns="17145" rIns="0" bIns="0" rtlCol="0">
            <a:spAutoFit/>
          </a:bodyPr>
          <a:lstStyle>
            <a:lvl1pPr>
              <a:defRPr lang="en-US" dirty="0" smtClean="0"/>
            </a:lvl1pPr>
            <a:lvl2pPr marL="457178" indent="0">
              <a:buNone/>
              <a:defRPr lang="en-US" dirty="0" smtClean="0"/>
            </a:lvl2pPr>
            <a:lvl3pPr>
              <a:defRPr lang="en-US" dirty="0" smtClean="0"/>
            </a:lvl3pPr>
            <a:lvl4pPr>
              <a:defRPr lang="en-US" dirty="0" smtClean="0"/>
            </a:lvl4pPr>
            <a:lvl5pPr>
              <a:defRPr lang="en-US" dirty="0"/>
            </a:lvl5pPr>
          </a:lstStyle>
          <a:p>
            <a:pPr marL="0" lvl="0" indent="0">
              <a:buClr>
                <a:srgbClr val="808285"/>
              </a:buClr>
              <a:buFont typeface="Wingdings" panose="05000000000000000000" pitchFamily="2" charset="2"/>
              <a:buNone/>
            </a:pPr>
            <a:r>
              <a:rPr lang="en-US"/>
              <a:t>Click to edit Master text styles</a:t>
            </a:r>
          </a:p>
        </p:txBody>
      </p:sp>
      <p:sp>
        <p:nvSpPr>
          <p:cNvPr id="10" name="Text Placeholder 9">
            <a:extLst>
              <a:ext uri="{FF2B5EF4-FFF2-40B4-BE49-F238E27FC236}">
                <a16:creationId xmlns:a16="http://schemas.microsoft.com/office/drawing/2014/main" id="{084EFB8F-EA4A-4341-A4CD-09652A6EE590}"/>
              </a:ext>
            </a:extLst>
          </p:cNvPr>
          <p:cNvSpPr>
            <a:spLocks noGrp="1"/>
          </p:cNvSpPr>
          <p:nvPr>
            <p:ph type="body" sz="quarter" idx="11" hasCustomPrompt="1"/>
          </p:nvPr>
        </p:nvSpPr>
        <p:spPr>
          <a:xfrm>
            <a:off x="281238" y="4364870"/>
            <a:ext cx="1331610" cy="153888"/>
          </a:xfrm>
        </p:spPr>
        <p:txBody>
          <a:bodyPr vert="horz" wrap="square" lIns="0" tIns="0" rIns="0" bIns="0" rtlCol="0">
            <a:spAutoFit/>
          </a:bodyPr>
          <a:lstStyle>
            <a:lvl1pPr marL="0" indent="0">
              <a:buFont typeface="Arial" panose="020B0604020202020204" pitchFamily="34" charset="0"/>
              <a:buNone/>
              <a:defRPr lang="en-US" sz="1000" smtClean="0">
                <a:solidFill>
                  <a:srgbClr val="F4F3F9"/>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171442" lvl="0" indent="-171442" defTabSz="914310">
              <a:buClr>
                <a:srgbClr val="808285"/>
              </a:buClr>
            </a:pPr>
            <a:r>
              <a:rPr lang="en-US"/>
              <a:t>Date</a:t>
            </a:r>
          </a:p>
        </p:txBody>
      </p:sp>
      <p:sp>
        <p:nvSpPr>
          <p:cNvPr id="16" name="Picture Placeholder 15">
            <a:extLst>
              <a:ext uri="{FF2B5EF4-FFF2-40B4-BE49-F238E27FC236}">
                <a16:creationId xmlns:a16="http://schemas.microsoft.com/office/drawing/2014/main" id="{C9950366-8950-4BD8-A107-00F386B8B2D5}"/>
              </a:ext>
            </a:extLst>
          </p:cNvPr>
          <p:cNvSpPr>
            <a:spLocks noGrp="1"/>
          </p:cNvSpPr>
          <p:nvPr>
            <p:ph type="pic" sz="quarter" idx="12"/>
          </p:nvPr>
        </p:nvSpPr>
        <p:spPr>
          <a:xfrm>
            <a:off x="4398264" y="1354933"/>
            <a:ext cx="4745736" cy="3163094"/>
          </a:xfrm>
          <a:noFill/>
          <a:ln>
            <a:noFill/>
          </a:ln>
        </p:spPr>
        <p:txBody>
          <a:bodyPr vert="horz" wrap="square" lIns="0" tIns="17145" rIns="0" bIns="0" rtlCol="0" anchor="ctr" anchorCtr="0">
            <a:noAutofit/>
          </a:bodyPr>
          <a:lstStyle>
            <a:lvl1pPr marL="0" indent="0" algn="ctr">
              <a:buFont typeface="Arial" panose="020B0604020202020204" pitchFamily="34" charset="0"/>
              <a:buNone/>
              <a:defRPr lang="en-US" sz="3600" b="1">
                <a:solidFill>
                  <a:schemeClr val="bg1"/>
                </a:solidFill>
              </a:defRPr>
            </a:lvl1pPr>
          </a:lstStyle>
          <a:p>
            <a:pPr marL="571472" lvl="0" indent="-571472" algn="ctr">
              <a:buClr>
                <a:srgbClr val="808285"/>
              </a:buClr>
            </a:pPr>
            <a:endParaRPr lang="en-US"/>
          </a:p>
        </p:txBody>
      </p:sp>
    </p:spTree>
    <p:extLst>
      <p:ext uri="{BB962C8B-B14F-4D97-AF65-F5344CB8AC3E}">
        <p14:creationId xmlns:p14="http://schemas.microsoft.com/office/powerpoint/2010/main" val="36789391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213B8F0-6A13-4C09-87E6-7C343222BC63}"/>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8" name="Text Placeholder 7">
            <a:extLst>
              <a:ext uri="{FF2B5EF4-FFF2-40B4-BE49-F238E27FC236}">
                <a16:creationId xmlns:a16="http://schemas.microsoft.com/office/drawing/2014/main" id="{CA42B828-E838-46A6-BE5A-0BCB34CA9A31}"/>
              </a:ext>
            </a:extLst>
          </p:cNvPr>
          <p:cNvSpPr>
            <a:spLocks noGrp="1"/>
          </p:cNvSpPr>
          <p:nvPr>
            <p:ph type="body" sz="quarter" idx="10"/>
          </p:nvPr>
        </p:nvSpPr>
        <p:spPr>
          <a:xfrm>
            <a:off x="287191" y="2136844"/>
            <a:ext cx="4042988" cy="263534"/>
          </a:xfrm>
        </p:spPr>
        <p:txBody>
          <a:bodyPr vert="horz" wrap="square" lIns="0" tIns="17145" rIns="0" bIns="0" rtlCol="0">
            <a:spAutoFit/>
          </a:bodyPr>
          <a:lstStyle>
            <a:lvl1pPr>
              <a:defRPr lang="en-US" dirty="0" smtClean="0"/>
            </a:lvl1pPr>
            <a:lvl2pPr marL="457178" indent="0">
              <a:buNone/>
              <a:defRPr lang="en-US" dirty="0" smtClean="0"/>
            </a:lvl2pPr>
            <a:lvl3pPr>
              <a:defRPr lang="en-US" dirty="0" smtClean="0"/>
            </a:lvl3pPr>
            <a:lvl4pPr>
              <a:defRPr lang="en-US" dirty="0" smtClean="0"/>
            </a:lvl4pPr>
            <a:lvl5pPr>
              <a:defRPr lang="en-US" dirty="0"/>
            </a:lvl5pPr>
          </a:lstStyle>
          <a:p>
            <a:pPr marL="0" lvl="0" indent="0">
              <a:buClr>
                <a:srgbClr val="808285"/>
              </a:buClr>
              <a:buFont typeface="Wingdings" panose="05000000000000000000" pitchFamily="2" charset="2"/>
              <a:buNone/>
            </a:pPr>
            <a:r>
              <a:rPr lang="en-US"/>
              <a:t>Click to edit Master text styles</a:t>
            </a:r>
          </a:p>
        </p:txBody>
      </p:sp>
      <p:sp>
        <p:nvSpPr>
          <p:cNvPr id="10" name="Text Placeholder 9">
            <a:extLst>
              <a:ext uri="{FF2B5EF4-FFF2-40B4-BE49-F238E27FC236}">
                <a16:creationId xmlns:a16="http://schemas.microsoft.com/office/drawing/2014/main" id="{084EFB8F-EA4A-4341-A4CD-09652A6EE590}"/>
              </a:ext>
            </a:extLst>
          </p:cNvPr>
          <p:cNvSpPr>
            <a:spLocks noGrp="1"/>
          </p:cNvSpPr>
          <p:nvPr>
            <p:ph type="body" sz="quarter" idx="11" hasCustomPrompt="1"/>
          </p:nvPr>
        </p:nvSpPr>
        <p:spPr>
          <a:xfrm>
            <a:off x="281238" y="4364870"/>
            <a:ext cx="1331610" cy="153888"/>
          </a:xfrm>
        </p:spPr>
        <p:txBody>
          <a:bodyPr vert="horz" wrap="square" lIns="0" tIns="0" rIns="0" bIns="0" rtlCol="0">
            <a:spAutoFit/>
          </a:bodyPr>
          <a:lstStyle>
            <a:lvl1pPr marL="0" indent="0">
              <a:buFont typeface="Arial" panose="020B0604020202020204" pitchFamily="34" charset="0"/>
              <a:buNone/>
              <a:defRPr lang="en-US" sz="1000" smtClean="0">
                <a:solidFill>
                  <a:schemeClr val="tx1"/>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171442" lvl="0" indent="-171442" defTabSz="914310">
              <a:buClr>
                <a:srgbClr val="808285"/>
              </a:buClr>
            </a:pPr>
            <a:r>
              <a:rPr lang="en-US"/>
              <a:t>Date</a:t>
            </a:r>
          </a:p>
        </p:txBody>
      </p:sp>
      <p:sp>
        <p:nvSpPr>
          <p:cNvPr id="16" name="Picture Placeholder 15">
            <a:extLst>
              <a:ext uri="{FF2B5EF4-FFF2-40B4-BE49-F238E27FC236}">
                <a16:creationId xmlns:a16="http://schemas.microsoft.com/office/drawing/2014/main" id="{C9950366-8950-4BD8-A107-00F386B8B2D5}"/>
              </a:ext>
            </a:extLst>
          </p:cNvPr>
          <p:cNvSpPr>
            <a:spLocks noGrp="1"/>
          </p:cNvSpPr>
          <p:nvPr>
            <p:ph type="pic" sz="quarter" idx="12"/>
          </p:nvPr>
        </p:nvSpPr>
        <p:spPr>
          <a:xfrm>
            <a:off x="4398264" y="1354933"/>
            <a:ext cx="4745736" cy="3163094"/>
          </a:xfrm>
          <a:noFill/>
          <a:ln>
            <a:noFill/>
          </a:ln>
        </p:spPr>
        <p:txBody>
          <a:bodyPr vert="horz" wrap="square" lIns="0" tIns="17145" rIns="0" bIns="0" rtlCol="0" anchor="ctr" anchorCtr="0">
            <a:noAutofit/>
          </a:bodyPr>
          <a:lstStyle>
            <a:lvl1pPr marL="0" indent="0" algn="ctr">
              <a:buFont typeface="Arial" panose="020B0604020202020204" pitchFamily="34" charset="0"/>
              <a:buNone/>
              <a:defRPr lang="en-US" sz="3600" b="1">
                <a:solidFill>
                  <a:schemeClr val="tx1"/>
                </a:solidFill>
              </a:defRPr>
            </a:lvl1pPr>
          </a:lstStyle>
          <a:p>
            <a:pPr marL="571472" lvl="0" indent="-571472" algn="ctr">
              <a:buClr>
                <a:srgbClr val="808285"/>
              </a:buClr>
            </a:pPr>
            <a:endParaRPr lang="en-US"/>
          </a:p>
        </p:txBody>
      </p:sp>
    </p:spTree>
    <p:extLst>
      <p:ext uri="{BB962C8B-B14F-4D97-AF65-F5344CB8AC3E}">
        <p14:creationId xmlns:p14="http://schemas.microsoft.com/office/powerpoint/2010/main" val="19606830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213B8F0-6A13-4C09-87E6-7C343222BC63}"/>
              </a:ext>
            </a:extLst>
          </p:cNvPr>
          <p:cNvSpPr>
            <a:spLocks noGrp="1"/>
          </p:cNvSpPr>
          <p:nvPr>
            <p:ph type="title"/>
          </p:nvPr>
        </p:nvSpPr>
        <p:spPr/>
        <p:txBody>
          <a:bodyPr/>
          <a:lstStyle/>
          <a:p>
            <a:r>
              <a:rPr lang="en-US"/>
              <a:t>Click to edit Master title style</a:t>
            </a:r>
          </a:p>
        </p:txBody>
      </p:sp>
      <p:sp>
        <p:nvSpPr>
          <p:cNvPr id="8" name="Text Placeholder 7">
            <a:extLst>
              <a:ext uri="{FF2B5EF4-FFF2-40B4-BE49-F238E27FC236}">
                <a16:creationId xmlns:a16="http://schemas.microsoft.com/office/drawing/2014/main" id="{CA42B828-E838-46A6-BE5A-0BCB34CA9A31}"/>
              </a:ext>
            </a:extLst>
          </p:cNvPr>
          <p:cNvSpPr>
            <a:spLocks noGrp="1"/>
          </p:cNvSpPr>
          <p:nvPr>
            <p:ph type="body" sz="quarter" idx="10"/>
          </p:nvPr>
        </p:nvSpPr>
        <p:spPr>
          <a:xfrm>
            <a:off x="287191" y="2136844"/>
            <a:ext cx="4042988" cy="263534"/>
          </a:xfrm>
        </p:spPr>
        <p:txBody>
          <a:bodyPr vert="horz" wrap="square" lIns="0" tIns="17145" rIns="0" bIns="0" rtlCol="0">
            <a:spAutoFit/>
          </a:bodyPr>
          <a:lstStyle>
            <a:lvl1pPr>
              <a:defRPr lang="en-US" dirty="0" smtClean="0"/>
            </a:lvl1pPr>
            <a:lvl2pPr marL="457178" indent="0">
              <a:buNone/>
              <a:defRPr lang="en-US" dirty="0" smtClean="0"/>
            </a:lvl2pPr>
            <a:lvl3pPr>
              <a:defRPr lang="en-US" dirty="0" smtClean="0"/>
            </a:lvl3pPr>
            <a:lvl4pPr>
              <a:defRPr lang="en-US" dirty="0" smtClean="0"/>
            </a:lvl4pPr>
            <a:lvl5pPr>
              <a:defRPr lang="en-US" dirty="0"/>
            </a:lvl5pPr>
          </a:lstStyle>
          <a:p>
            <a:pPr marL="0" lvl="0" indent="0">
              <a:buClr>
                <a:srgbClr val="808285"/>
              </a:buClr>
              <a:buFont typeface="Wingdings" panose="05000000000000000000" pitchFamily="2" charset="2"/>
              <a:buNone/>
            </a:pPr>
            <a:r>
              <a:rPr lang="en-US"/>
              <a:t>Click to edit Master text styles</a:t>
            </a:r>
          </a:p>
        </p:txBody>
      </p:sp>
      <p:sp>
        <p:nvSpPr>
          <p:cNvPr id="10" name="Text Placeholder 9">
            <a:extLst>
              <a:ext uri="{FF2B5EF4-FFF2-40B4-BE49-F238E27FC236}">
                <a16:creationId xmlns:a16="http://schemas.microsoft.com/office/drawing/2014/main" id="{084EFB8F-EA4A-4341-A4CD-09652A6EE590}"/>
              </a:ext>
            </a:extLst>
          </p:cNvPr>
          <p:cNvSpPr>
            <a:spLocks noGrp="1"/>
          </p:cNvSpPr>
          <p:nvPr>
            <p:ph type="body" sz="quarter" idx="11" hasCustomPrompt="1"/>
          </p:nvPr>
        </p:nvSpPr>
        <p:spPr>
          <a:xfrm>
            <a:off x="281238" y="4364870"/>
            <a:ext cx="1331610" cy="153888"/>
          </a:xfrm>
        </p:spPr>
        <p:txBody>
          <a:bodyPr vert="horz" wrap="square" lIns="0" tIns="0" rIns="0" bIns="0" rtlCol="0">
            <a:spAutoFit/>
          </a:bodyPr>
          <a:lstStyle>
            <a:lvl1pPr marL="0" indent="0">
              <a:buFont typeface="Arial" panose="020B0604020202020204" pitchFamily="34" charset="0"/>
              <a:buNone/>
              <a:defRPr lang="en-US" sz="1000" smtClean="0">
                <a:solidFill>
                  <a:srgbClr val="F4F3F9"/>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171442" lvl="0" indent="-171442" defTabSz="914310">
              <a:buClr>
                <a:srgbClr val="808285"/>
              </a:buClr>
            </a:pPr>
            <a:r>
              <a:rPr lang="en-US"/>
              <a:t>Date</a:t>
            </a:r>
          </a:p>
        </p:txBody>
      </p:sp>
    </p:spTree>
    <p:extLst>
      <p:ext uri="{BB962C8B-B14F-4D97-AF65-F5344CB8AC3E}">
        <p14:creationId xmlns:p14="http://schemas.microsoft.com/office/powerpoint/2010/main" val="36103992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213B8F0-6A13-4C09-87E6-7C343222BC63}"/>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8" name="Text Placeholder 7">
            <a:extLst>
              <a:ext uri="{FF2B5EF4-FFF2-40B4-BE49-F238E27FC236}">
                <a16:creationId xmlns:a16="http://schemas.microsoft.com/office/drawing/2014/main" id="{CA42B828-E838-46A6-BE5A-0BCB34CA9A31}"/>
              </a:ext>
            </a:extLst>
          </p:cNvPr>
          <p:cNvSpPr>
            <a:spLocks noGrp="1"/>
          </p:cNvSpPr>
          <p:nvPr>
            <p:ph type="body" sz="quarter" idx="10"/>
          </p:nvPr>
        </p:nvSpPr>
        <p:spPr>
          <a:xfrm>
            <a:off x="287191" y="2136844"/>
            <a:ext cx="4042988" cy="263534"/>
          </a:xfrm>
        </p:spPr>
        <p:txBody>
          <a:bodyPr vert="horz" wrap="square" lIns="0" tIns="17145" rIns="0" bIns="0" rtlCol="0">
            <a:spAutoFit/>
          </a:bodyPr>
          <a:lstStyle>
            <a:lvl1pPr>
              <a:defRPr lang="en-US" dirty="0" smtClean="0"/>
            </a:lvl1pPr>
            <a:lvl2pPr marL="457178" indent="0">
              <a:buNone/>
              <a:defRPr lang="en-US" dirty="0" smtClean="0"/>
            </a:lvl2pPr>
            <a:lvl3pPr>
              <a:defRPr lang="en-US" dirty="0" smtClean="0"/>
            </a:lvl3pPr>
            <a:lvl4pPr>
              <a:defRPr lang="en-US" dirty="0" smtClean="0"/>
            </a:lvl4pPr>
            <a:lvl5pPr>
              <a:defRPr lang="en-US" dirty="0"/>
            </a:lvl5pPr>
          </a:lstStyle>
          <a:p>
            <a:pPr marL="0" lvl="0" indent="0">
              <a:buClr>
                <a:srgbClr val="808285"/>
              </a:buClr>
              <a:buFont typeface="Wingdings" panose="05000000000000000000" pitchFamily="2" charset="2"/>
              <a:buNone/>
            </a:pPr>
            <a:r>
              <a:rPr lang="en-US"/>
              <a:t>Click to edit Master text styles</a:t>
            </a:r>
          </a:p>
        </p:txBody>
      </p:sp>
      <p:sp>
        <p:nvSpPr>
          <p:cNvPr id="10" name="Text Placeholder 9">
            <a:extLst>
              <a:ext uri="{FF2B5EF4-FFF2-40B4-BE49-F238E27FC236}">
                <a16:creationId xmlns:a16="http://schemas.microsoft.com/office/drawing/2014/main" id="{084EFB8F-EA4A-4341-A4CD-09652A6EE590}"/>
              </a:ext>
            </a:extLst>
          </p:cNvPr>
          <p:cNvSpPr>
            <a:spLocks noGrp="1"/>
          </p:cNvSpPr>
          <p:nvPr>
            <p:ph type="body" sz="quarter" idx="11" hasCustomPrompt="1"/>
          </p:nvPr>
        </p:nvSpPr>
        <p:spPr>
          <a:xfrm>
            <a:off x="281238" y="4364870"/>
            <a:ext cx="1331610" cy="153888"/>
          </a:xfrm>
        </p:spPr>
        <p:txBody>
          <a:bodyPr vert="horz" wrap="square" lIns="0" tIns="0" rIns="0" bIns="0" rtlCol="0">
            <a:spAutoFit/>
          </a:bodyPr>
          <a:lstStyle>
            <a:lvl1pPr marL="0" indent="0">
              <a:buFont typeface="Arial" panose="020B0604020202020204" pitchFamily="34" charset="0"/>
              <a:buNone/>
              <a:defRPr lang="en-US" sz="1000" smtClean="0">
                <a:solidFill>
                  <a:schemeClr val="tx1"/>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171442" lvl="0" indent="-171442" defTabSz="914310">
              <a:buClr>
                <a:srgbClr val="808285"/>
              </a:buClr>
            </a:pPr>
            <a:r>
              <a:rPr lang="en-US"/>
              <a:t>Date</a:t>
            </a:r>
          </a:p>
        </p:txBody>
      </p:sp>
    </p:spTree>
    <p:extLst>
      <p:ext uri="{BB962C8B-B14F-4D97-AF65-F5344CB8AC3E}">
        <p14:creationId xmlns:p14="http://schemas.microsoft.com/office/powerpoint/2010/main" val="36181705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213B8F0-6A13-4C09-87E6-7C343222BC6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27484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31252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5630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microsoft.com/office/2007/relationships/hdphoto" Target="../media/hdphoto2.wdp"/><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microsoft.com/office/2007/relationships/hdphoto" Target="../media/hdphoto1.wdp"/><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10.xml"/><Relationship Id="rId7" Type="http://schemas.microsoft.com/office/2007/relationships/hdphoto" Target="../media/hdphoto1.wdp"/><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image" Target="../media/image1.png"/><Relationship Id="rId11" Type="http://schemas.openxmlformats.org/officeDocument/2006/relationships/image" Target="../media/image4.png"/><Relationship Id="rId5" Type="http://schemas.openxmlformats.org/officeDocument/2006/relationships/theme" Target="../theme/theme2.xml"/><Relationship Id="rId10" Type="http://schemas.openxmlformats.org/officeDocument/2006/relationships/image" Target="../media/image3.svg"/><Relationship Id="rId4" Type="http://schemas.openxmlformats.org/officeDocument/2006/relationships/slideLayout" Target="../slideLayouts/slideLayout11.xml"/><Relationship Id="rId9" Type="http://schemas.microsoft.com/office/2007/relationships/hdphoto" Target="../media/hdphoto2.wdp"/></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3.svg"/><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theme" Target="../theme/theme4.xml"/><Relationship Id="rId1" Type="http://schemas.openxmlformats.org/officeDocument/2006/relationships/slideLayout" Target="../slideLayouts/slideLayout15.xml"/><Relationship Id="rId4" Type="http://schemas.openxmlformats.org/officeDocument/2006/relationships/image" Target="../media/image5.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3.svg"/><Relationship Id="rId7" Type="http://schemas.microsoft.com/office/2007/relationships/hdphoto" Target="../media/hdphoto3.wdp"/><Relationship Id="rId2" Type="http://schemas.openxmlformats.org/officeDocument/2006/relationships/theme" Target="../theme/theme5.xml"/><Relationship Id="rId1" Type="http://schemas.openxmlformats.org/officeDocument/2006/relationships/slideLayout" Target="../slideLayouts/slideLayout16.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theme" Target="../theme/theme6.xml"/><Relationship Id="rId1" Type="http://schemas.openxmlformats.org/officeDocument/2006/relationships/slideLayout" Target="../slideLayouts/slideLayout17.xml"/><Relationship Id="rId4" Type="http://schemas.openxmlformats.org/officeDocument/2006/relationships/image" Target="../media/image5.png"/></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theme" Target="../theme/theme7.xml"/><Relationship Id="rId1" Type="http://schemas.openxmlformats.org/officeDocument/2006/relationships/slideLayout" Target="../slideLayouts/slideLayout18.xml"/><Relationship Id="rId5" Type="http://schemas.microsoft.com/office/2007/relationships/hdphoto" Target="../media/hdphoto3.wdp"/><Relationship Id="rId4" Type="http://schemas.openxmlformats.org/officeDocument/2006/relationships/image" Target="../media/image7.png"/></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theme" Target="../theme/theme8.xml"/><Relationship Id="rId1" Type="http://schemas.openxmlformats.org/officeDocument/2006/relationships/slideLayout" Target="../slideLayouts/slideLayout19.xml"/><Relationship Id="rId5" Type="http://schemas.microsoft.com/office/2007/relationships/hdphoto" Target="../media/hdphoto3.wdp"/><Relationship Id="rId4" Type="http://schemas.openxmlformats.org/officeDocument/2006/relationships/image" Target="../media/image7.png"/></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theme" Target="../theme/theme9.xml"/><Relationship Id="rId1" Type="http://schemas.openxmlformats.org/officeDocument/2006/relationships/slideLayout" Target="../slideLayouts/slideLayout20.xml"/><Relationship Id="rId4" Type="http://schemas.openxmlformats.org/officeDocument/2006/relationships/image" Target="../media/image5.png"/></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theme" Target="../theme/theme10.xml"/><Relationship Id="rId1" Type="http://schemas.openxmlformats.org/officeDocument/2006/relationships/slideLayout" Target="../slideLayouts/slideLayout21.xml"/><Relationship Id="rId5" Type="http://schemas.microsoft.com/office/2007/relationships/hdphoto" Target="../media/hdphoto3.wdp"/><Relationship Id="rId4" Type="http://schemas.openxmlformats.org/officeDocument/2006/relationships/image" Target="../media/image7.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BFA0BF-8DAC-3B8C-4AE3-5CA36724CAB0}"/>
              </a:ext>
            </a:extLst>
          </p:cNvPr>
          <p:cNvSpPr>
            <a:spLocks noGrp="1"/>
          </p:cNvSpPr>
          <p:nvPr>
            <p:ph type="title"/>
          </p:nvPr>
        </p:nvSpPr>
        <p:spPr>
          <a:xfrm>
            <a:off x="192994" y="107917"/>
            <a:ext cx="7886195" cy="553027"/>
          </a:xfrm>
          <a:prstGeom prst="rect">
            <a:avLst/>
          </a:prstGeom>
        </p:spPr>
        <p:txBody>
          <a:bodyPr vert="horz" lIns="91440" tIns="45720" rIns="91440" bIns="45720" rtlCol="0" anchor="t">
            <a:noAutofit/>
          </a:bodyPr>
          <a:lstStyle/>
          <a:p>
            <a:pPr lvl="0" defTabSz="914310"/>
            <a:r>
              <a:rPr lang="en-US"/>
              <a:t>Click to edit Master title style</a:t>
            </a:r>
            <a:endParaRPr lang="en-IN" dirty="0"/>
          </a:p>
        </p:txBody>
      </p:sp>
      <p:sp>
        <p:nvSpPr>
          <p:cNvPr id="3" name="Text Placeholder 2">
            <a:extLst>
              <a:ext uri="{FF2B5EF4-FFF2-40B4-BE49-F238E27FC236}">
                <a16:creationId xmlns:a16="http://schemas.microsoft.com/office/drawing/2014/main" id="{A9CEB974-2740-39F8-02D1-C88C824BE991}"/>
              </a:ext>
            </a:extLst>
          </p:cNvPr>
          <p:cNvSpPr>
            <a:spLocks noGrp="1"/>
          </p:cNvSpPr>
          <p:nvPr>
            <p:ph type="body" idx="1"/>
          </p:nvPr>
        </p:nvSpPr>
        <p:spPr>
          <a:xfrm>
            <a:off x="192992" y="851829"/>
            <a:ext cx="7886700" cy="32623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 name="Footer Placeholder 4">
            <a:extLst>
              <a:ext uri="{FF2B5EF4-FFF2-40B4-BE49-F238E27FC236}">
                <a16:creationId xmlns:a16="http://schemas.microsoft.com/office/drawing/2014/main" id="{304D14DC-BF94-9E10-B09A-E89A386DEB11}"/>
              </a:ext>
            </a:extLst>
          </p:cNvPr>
          <p:cNvSpPr>
            <a:spLocks noGrp="1"/>
          </p:cNvSpPr>
          <p:nvPr>
            <p:ph type="ftr" sz="quarter" idx="3"/>
          </p:nvPr>
        </p:nvSpPr>
        <p:spPr>
          <a:xfrm>
            <a:off x="4581524" y="4942596"/>
            <a:ext cx="1876425" cy="127170"/>
          </a:xfrm>
          <a:prstGeom prst="rect">
            <a:avLst/>
          </a:prstGeom>
        </p:spPr>
        <p:txBody>
          <a:bodyPr vert="horz" lIns="64008" tIns="45720" rIns="91440" bIns="45720" rtlCol="0" anchor="ctr"/>
          <a:lstStyle>
            <a:lvl1pPr>
              <a:defRPr lang="en-IN" sz="700"/>
            </a:lvl1pPr>
          </a:lstStyle>
          <a:p>
            <a:r>
              <a:rPr lang="en-IN"/>
              <a:t>TCS confidential</a:t>
            </a:r>
          </a:p>
        </p:txBody>
      </p:sp>
      <p:sp>
        <p:nvSpPr>
          <p:cNvPr id="6" name="Slide Number Placeholder 5">
            <a:extLst>
              <a:ext uri="{FF2B5EF4-FFF2-40B4-BE49-F238E27FC236}">
                <a16:creationId xmlns:a16="http://schemas.microsoft.com/office/drawing/2014/main" id="{61DDCB85-668C-1A07-18A7-82A4D4D7148F}"/>
              </a:ext>
            </a:extLst>
          </p:cNvPr>
          <p:cNvSpPr>
            <a:spLocks noGrp="1"/>
          </p:cNvSpPr>
          <p:nvPr>
            <p:ph type="sldNum" sz="quarter" idx="4"/>
          </p:nvPr>
        </p:nvSpPr>
        <p:spPr>
          <a:xfrm>
            <a:off x="4299348" y="4942596"/>
            <a:ext cx="300588" cy="127170"/>
          </a:xfrm>
          <a:prstGeom prst="rect">
            <a:avLst/>
          </a:prstGeom>
          <a:noFill/>
          <a:ln w="9525">
            <a:noFill/>
            <a:miter lim="800000"/>
            <a:headEnd/>
            <a:tailEnd/>
          </a:ln>
          <a:effectLst/>
        </p:spPr>
        <p:txBody>
          <a:bodyPr vert="horz" wrap="square" lIns="68580" tIns="34290" rIns="68580" bIns="34290" numCol="1" anchor="ctr" anchorCtr="0" compatLnSpc="1">
            <a:prstTxWarp prst="textNoShape">
              <a:avLst/>
            </a:prstTxWarp>
          </a:bodyPr>
          <a:lstStyle>
            <a:lvl1pPr>
              <a:defRPr lang="en-IN" sz="700" b="1" smtClean="0">
                <a:solidFill>
                  <a:schemeClr val="bg1">
                    <a:lumMod val="50000"/>
                  </a:schemeClr>
                </a:solidFill>
                <a:latin typeface="+mj-lt"/>
                <a:cs typeface="Arial" pitchFamily="34" charset="0"/>
              </a:defRPr>
            </a:lvl1pPr>
          </a:lstStyle>
          <a:p>
            <a:pPr algn="ctr" defTabSz="914355"/>
            <a:fld id="{662A0901-ACEF-4BE9-9C8C-C119B421173E}" type="slidenum">
              <a:rPr lang="en-IN" smtClean="0"/>
              <a:pPr algn="ctr" defTabSz="914355"/>
              <a:t>‹#›</a:t>
            </a:fld>
            <a:endParaRPr lang="en-IN"/>
          </a:p>
        </p:txBody>
      </p:sp>
      <p:pic>
        <p:nvPicPr>
          <p:cNvPr id="7" name="Picture 6">
            <a:extLst>
              <a:ext uri="{FF2B5EF4-FFF2-40B4-BE49-F238E27FC236}">
                <a16:creationId xmlns:a16="http://schemas.microsoft.com/office/drawing/2014/main" id="{4DCE2272-ED9B-DD02-B7B0-029616CF6AB1}"/>
              </a:ext>
            </a:extLst>
          </p:cNvPr>
          <p:cNvPicPr>
            <a:picLocks noChangeAspect="1"/>
          </p:cNvPicPr>
          <p:nvPr userDrawn="1"/>
        </p:nvPicPr>
        <p:blipFill>
          <a:blip r:embed="rId9">
            <a:extLst>
              <a:ext uri="{BEBA8EAE-BF5A-486C-A8C5-ECC9F3942E4B}">
                <a14:imgProps xmlns:a14="http://schemas.microsoft.com/office/drawing/2010/main">
                  <a14:imgLayer r:embed="rId10">
                    <a14:imgEffect>
                      <a14:brightnessContrast bright="-100000"/>
                    </a14:imgEffect>
                  </a14:imgLayer>
                </a14:imgProps>
              </a:ext>
              <a:ext uri="{28A0092B-C50C-407E-A947-70E740481C1C}">
                <a14:useLocalDpi xmlns:a14="http://schemas.microsoft.com/office/drawing/2010/main" val="0"/>
              </a:ext>
            </a:extLst>
          </a:blip>
          <a:srcRect l="728" r="728"/>
          <a:stretch/>
        </p:blipFill>
        <p:spPr>
          <a:xfrm>
            <a:off x="8428379" y="4647630"/>
            <a:ext cx="435969" cy="387958"/>
          </a:xfrm>
          <a:prstGeom prst="rect">
            <a:avLst/>
          </a:prstGeom>
        </p:spPr>
      </p:pic>
      <p:pic>
        <p:nvPicPr>
          <p:cNvPr id="8" name="Picture 7" descr="A close-up of a sign&#10;&#10;Description automatically generated">
            <a:extLst>
              <a:ext uri="{FF2B5EF4-FFF2-40B4-BE49-F238E27FC236}">
                <a16:creationId xmlns:a16="http://schemas.microsoft.com/office/drawing/2014/main" id="{CAE4914F-666B-70AC-6C67-9424F69EF375}"/>
              </a:ext>
            </a:extLst>
          </p:cNvPr>
          <p:cNvPicPr>
            <a:picLocks noChangeAspect="1"/>
          </p:cNvPicPr>
          <p:nvPr userDrawn="1"/>
        </p:nvPicPr>
        <p:blipFill>
          <a:blip r:embed="rId11">
            <a:extLst>
              <a:ext uri="{BEBA8EAE-BF5A-486C-A8C5-ECC9F3942E4B}">
                <a14:imgProps xmlns:a14="http://schemas.microsoft.com/office/drawing/2010/main">
                  <a14:imgLayer r:embed="rId12">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285750" y="4733063"/>
            <a:ext cx="1266904" cy="302523"/>
          </a:xfrm>
          <a:prstGeom prst="rect">
            <a:avLst/>
          </a:prstGeom>
        </p:spPr>
      </p:pic>
      <p:cxnSp>
        <p:nvCxnSpPr>
          <p:cNvPr id="10" name="Straight Connector 9">
            <a:extLst>
              <a:ext uri="{FF2B5EF4-FFF2-40B4-BE49-F238E27FC236}">
                <a16:creationId xmlns:a16="http://schemas.microsoft.com/office/drawing/2014/main" id="{204A0732-89C6-3C17-1231-F15060AB29F0}"/>
              </a:ext>
            </a:extLst>
          </p:cNvPr>
          <p:cNvCxnSpPr/>
          <p:nvPr userDrawn="1"/>
        </p:nvCxnSpPr>
        <p:spPr>
          <a:xfrm>
            <a:off x="4565002" y="4942596"/>
            <a:ext cx="0" cy="127170"/>
          </a:xfrm>
          <a:prstGeom prst="line">
            <a:avLst/>
          </a:prstGeom>
          <a:ln>
            <a:solidFill>
              <a:srgbClr val="80828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9098090"/>
      </p:ext>
    </p:extLst>
  </p:cSld>
  <p:clrMap bg1="lt1" tx1="dk1" bg2="lt2" tx2="dk2" accent1="accent1" accent2="accent2" accent3="accent3" accent4="accent4" accent5="accent5" accent6="accent6" hlink="hlink" folHlink="folHlink"/>
  <p:sldLayoutIdLst>
    <p:sldLayoutId id="2147483888" r:id="rId1"/>
    <p:sldLayoutId id="2147483892" r:id="rId2"/>
    <p:sldLayoutId id="2147483893" r:id="rId3"/>
    <p:sldLayoutId id="2147483935" r:id="rId4"/>
    <p:sldLayoutId id="2147483953" r:id="rId5"/>
    <p:sldLayoutId id="2147483966" r:id="rId6"/>
    <p:sldLayoutId id="2147483979" r:id="rId7"/>
  </p:sldLayoutIdLst>
  <p:hf hdr="0" dt="0"/>
  <p:txStyles>
    <p:titleStyle>
      <a:lvl1pPr algn="l" defTabSz="914355" rtl="0" eaLnBrk="1" latinLnBrk="0" hangingPunct="1">
        <a:lnSpc>
          <a:spcPct val="90000"/>
        </a:lnSpc>
        <a:spcBef>
          <a:spcPct val="0"/>
        </a:spcBef>
        <a:buNone/>
        <a:defRPr lang="en-IN" sz="2100" b="0" kern="0" baseline="0" dirty="0" smtClean="0">
          <a:solidFill>
            <a:srgbClr val="4E84C4"/>
          </a:solidFill>
          <a:latin typeface="+mj-lt"/>
          <a:ea typeface="+mj-ea"/>
          <a:cs typeface="+mj-cs"/>
        </a:defRPr>
      </a:lvl1pPr>
    </p:titleStyle>
    <p:bodyStyle>
      <a:lvl1pPr marL="228588" indent="-228588" algn="l" defTabSz="914355" rtl="0" eaLnBrk="1" latinLnBrk="0" hangingPunct="1">
        <a:lnSpc>
          <a:spcPct val="90000"/>
        </a:lnSpc>
        <a:spcBef>
          <a:spcPts val="1000"/>
        </a:spcBef>
        <a:buClr>
          <a:srgbClr val="4E84C4"/>
        </a:buClr>
        <a:buFont typeface="Arial" panose="020B0604020202020204" pitchFamily="34" charset="0"/>
        <a:buChar char="•"/>
        <a:defRPr sz="1600" kern="1200" baseline="0">
          <a:solidFill>
            <a:schemeClr val="tx1"/>
          </a:solidFill>
          <a:latin typeface="+mn-lt"/>
          <a:ea typeface="+mn-ea"/>
          <a:cs typeface="+mn-cs"/>
        </a:defRPr>
      </a:lvl1pPr>
      <a:lvl2pPr marL="463526" indent="-228588" algn="l" defTabSz="914355" rtl="0" eaLnBrk="1" latinLnBrk="0" hangingPunct="1">
        <a:lnSpc>
          <a:spcPct val="90000"/>
        </a:lnSpc>
        <a:spcBef>
          <a:spcPts val="500"/>
        </a:spcBef>
        <a:buClr>
          <a:srgbClr val="4E84C4"/>
        </a:buClr>
        <a:buFont typeface="Symbol" panose="05050102010706020507" pitchFamily="18" charset="2"/>
        <a:buChar char="-"/>
        <a:defRPr sz="1600" kern="1200" baseline="0">
          <a:solidFill>
            <a:schemeClr val="tx1"/>
          </a:solidFill>
          <a:latin typeface="+mn-lt"/>
          <a:ea typeface="+mn-ea"/>
          <a:cs typeface="+mn-cs"/>
        </a:defRPr>
      </a:lvl2pPr>
      <a:lvl3pPr marL="688941" indent="-228588" algn="l" defTabSz="914355" rtl="0" eaLnBrk="1" latinLnBrk="0" hangingPunct="1">
        <a:lnSpc>
          <a:spcPct val="90000"/>
        </a:lnSpc>
        <a:spcBef>
          <a:spcPts val="500"/>
        </a:spcBef>
        <a:buClr>
          <a:srgbClr val="4E84C4"/>
        </a:buClr>
        <a:buFont typeface="Arial" panose="020B0604020202020204" pitchFamily="34" charset="0"/>
        <a:buChar char="•"/>
        <a:defRPr sz="1600" kern="1200" baseline="0">
          <a:solidFill>
            <a:schemeClr val="tx1"/>
          </a:solidFill>
          <a:latin typeface="+mn-lt"/>
          <a:ea typeface="+mn-ea"/>
          <a:cs typeface="+mn-cs"/>
        </a:defRPr>
      </a:lvl3pPr>
      <a:lvl4pPr marL="914355" indent="-228588" algn="l" defTabSz="914355" rtl="0" eaLnBrk="1" latinLnBrk="0" hangingPunct="1">
        <a:lnSpc>
          <a:spcPct val="90000"/>
        </a:lnSpc>
        <a:spcBef>
          <a:spcPts val="500"/>
        </a:spcBef>
        <a:buClr>
          <a:srgbClr val="4E84C4"/>
        </a:buClr>
        <a:buFont typeface="Courier New" panose="02070309020205020404" pitchFamily="49" charset="0"/>
        <a:buChar char="o"/>
        <a:tabLst/>
        <a:defRPr sz="1600" kern="1200" baseline="0">
          <a:solidFill>
            <a:schemeClr val="tx1"/>
          </a:solidFill>
          <a:latin typeface="+mn-lt"/>
          <a:ea typeface="+mn-ea"/>
          <a:cs typeface="+mn-cs"/>
        </a:defRPr>
      </a:lvl4pPr>
      <a:lvl5pPr marL="1139768" indent="-228588" algn="l" defTabSz="914355" rtl="0" eaLnBrk="1" latinLnBrk="0" hangingPunct="1">
        <a:lnSpc>
          <a:spcPct val="90000"/>
        </a:lnSpc>
        <a:spcBef>
          <a:spcPts val="500"/>
        </a:spcBef>
        <a:buClr>
          <a:srgbClr val="4E84C4"/>
        </a:buClr>
        <a:buFont typeface="Arial" panose="020B0604020202020204" pitchFamily="34" charset="0"/>
        <a:buChar char="•"/>
        <a:defRPr sz="1600" kern="1200" baseline="0">
          <a:solidFill>
            <a:schemeClr val="tx1"/>
          </a:solidFill>
          <a:latin typeface="+mn-lt"/>
          <a:ea typeface="+mn-ea"/>
          <a:cs typeface="+mn-cs"/>
        </a:defRPr>
      </a:lvl5pPr>
      <a:lvl6pPr marL="2514474"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8"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4"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8" algn="l" defTabSz="914355"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19" userDrawn="1">
          <p15:clr>
            <a:srgbClr val="F26B43"/>
          </p15:clr>
        </p15:guide>
        <p15:guide id="2" pos="172" userDrawn="1">
          <p15:clr>
            <a:srgbClr val="F26B43"/>
          </p15:clr>
        </p15:guide>
        <p15:guide id="3" pos="5573" userDrawn="1">
          <p15:clr>
            <a:srgbClr val="F26B43"/>
          </p15:clr>
        </p15:guide>
        <p15:guide id="4" orient="horz" pos="1720" userDrawn="1">
          <p15:clr>
            <a:srgbClr val="F26B43"/>
          </p15:clr>
        </p15:guide>
        <p15:guide id="5" orient="horz" pos="2916" userDrawn="1">
          <p15:clr>
            <a:srgbClr val="F26B43"/>
          </p15:clr>
        </p15:guide>
        <p15:guide id="6" orient="horz" pos="531" userDrawn="1">
          <p15:clr>
            <a:srgbClr val="F26B43"/>
          </p15:clr>
        </p15:guide>
        <p15:guide id="7" pos="288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BFA0BF-8DAC-3B8C-4AE3-5CA36724CAB0}"/>
              </a:ext>
            </a:extLst>
          </p:cNvPr>
          <p:cNvSpPr>
            <a:spLocks noGrp="1"/>
          </p:cNvSpPr>
          <p:nvPr>
            <p:ph type="title"/>
          </p:nvPr>
        </p:nvSpPr>
        <p:spPr>
          <a:xfrm>
            <a:off x="192994" y="107917"/>
            <a:ext cx="7886195" cy="553027"/>
          </a:xfrm>
          <a:prstGeom prst="rect">
            <a:avLst/>
          </a:prstGeom>
        </p:spPr>
        <p:txBody>
          <a:bodyPr vert="horz" lIns="91440" tIns="45720" rIns="91440" bIns="45720" rtlCol="0" anchor="t">
            <a:noAutofit/>
          </a:bodyPr>
          <a:lstStyle/>
          <a:p>
            <a:pPr lvl="0" defTabSz="914310"/>
            <a:r>
              <a:rPr lang="en-US" dirty="0"/>
              <a:t>Click to edit Master title style</a:t>
            </a:r>
            <a:endParaRPr lang="en-IN" dirty="0"/>
          </a:p>
        </p:txBody>
      </p:sp>
      <p:sp>
        <p:nvSpPr>
          <p:cNvPr id="3" name="Text Placeholder 2">
            <a:extLst>
              <a:ext uri="{FF2B5EF4-FFF2-40B4-BE49-F238E27FC236}">
                <a16:creationId xmlns:a16="http://schemas.microsoft.com/office/drawing/2014/main" id="{A9CEB974-2740-39F8-02D1-C88C824BE991}"/>
              </a:ext>
            </a:extLst>
          </p:cNvPr>
          <p:cNvSpPr>
            <a:spLocks noGrp="1"/>
          </p:cNvSpPr>
          <p:nvPr>
            <p:ph type="body" idx="1"/>
          </p:nvPr>
        </p:nvSpPr>
        <p:spPr>
          <a:xfrm>
            <a:off x="192992" y="851829"/>
            <a:ext cx="7886700" cy="32623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 name="Footer Placeholder 4">
            <a:extLst>
              <a:ext uri="{FF2B5EF4-FFF2-40B4-BE49-F238E27FC236}">
                <a16:creationId xmlns:a16="http://schemas.microsoft.com/office/drawing/2014/main" id="{304D14DC-BF94-9E10-B09A-E89A386DEB11}"/>
              </a:ext>
            </a:extLst>
          </p:cNvPr>
          <p:cNvSpPr>
            <a:spLocks noGrp="1"/>
          </p:cNvSpPr>
          <p:nvPr>
            <p:ph type="ftr" sz="quarter" idx="3"/>
          </p:nvPr>
        </p:nvSpPr>
        <p:spPr>
          <a:xfrm>
            <a:off x="4581524" y="4942596"/>
            <a:ext cx="1876425" cy="127170"/>
          </a:xfrm>
          <a:prstGeom prst="rect">
            <a:avLst/>
          </a:prstGeom>
        </p:spPr>
        <p:txBody>
          <a:bodyPr vert="horz" lIns="64008" tIns="45720" rIns="91440" bIns="45720" rtlCol="0" anchor="ctr"/>
          <a:lstStyle>
            <a:lvl1pPr>
              <a:defRPr lang="en-IN" sz="700">
                <a:solidFill>
                  <a:schemeClr val="bg1"/>
                </a:solidFill>
              </a:defRPr>
            </a:lvl1pPr>
          </a:lstStyle>
          <a:p>
            <a:r>
              <a:rPr lang="en-IN"/>
              <a:t>TCS confidential</a:t>
            </a:r>
          </a:p>
        </p:txBody>
      </p:sp>
      <p:sp>
        <p:nvSpPr>
          <p:cNvPr id="6" name="Slide Number Placeholder 5">
            <a:extLst>
              <a:ext uri="{FF2B5EF4-FFF2-40B4-BE49-F238E27FC236}">
                <a16:creationId xmlns:a16="http://schemas.microsoft.com/office/drawing/2014/main" id="{61DDCB85-668C-1A07-18A7-82A4D4D7148F}"/>
              </a:ext>
            </a:extLst>
          </p:cNvPr>
          <p:cNvSpPr>
            <a:spLocks noGrp="1"/>
          </p:cNvSpPr>
          <p:nvPr>
            <p:ph type="sldNum" sz="quarter" idx="4"/>
          </p:nvPr>
        </p:nvSpPr>
        <p:spPr>
          <a:xfrm>
            <a:off x="4299348" y="4942596"/>
            <a:ext cx="300588" cy="127170"/>
          </a:xfrm>
          <a:prstGeom prst="rect">
            <a:avLst/>
          </a:prstGeom>
          <a:noFill/>
          <a:ln w="9525">
            <a:noFill/>
            <a:miter lim="800000"/>
            <a:headEnd/>
            <a:tailEnd/>
          </a:ln>
          <a:effectLst/>
        </p:spPr>
        <p:txBody>
          <a:bodyPr vert="horz" wrap="square" lIns="68580" tIns="34290" rIns="68580" bIns="34290" numCol="1" anchor="ctr" anchorCtr="0" compatLnSpc="1">
            <a:prstTxWarp prst="textNoShape">
              <a:avLst/>
            </a:prstTxWarp>
          </a:bodyPr>
          <a:lstStyle>
            <a:lvl1pPr>
              <a:defRPr lang="en-IN" sz="700" b="1" smtClean="0">
                <a:solidFill>
                  <a:schemeClr val="bg1">
                    <a:lumMod val="95000"/>
                  </a:schemeClr>
                </a:solidFill>
                <a:latin typeface="+mj-lt"/>
                <a:cs typeface="Arial" pitchFamily="34" charset="0"/>
              </a:defRPr>
            </a:lvl1pPr>
          </a:lstStyle>
          <a:p>
            <a:pPr algn="ctr" defTabSz="914355"/>
            <a:fld id="{662A0901-ACEF-4BE9-9C8C-C119B421173E}" type="slidenum">
              <a:rPr lang="en-IN" smtClean="0"/>
              <a:pPr algn="ctr" defTabSz="914355"/>
              <a:t>‹#›</a:t>
            </a:fld>
            <a:endParaRPr lang="en-IN" dirty="0"/>
          </a:p>
        </p:txBody>
      </p:sp>
      <p:pic>
        <p:nvPicPr>
          <p:cNvPr id="7" name="Picture 6">
            <a:extLst>
              <a:ext uri="{FF2B5EF4-FFF2-40B4-BE49-F238E27FC236}">
                <a16:creationId xmlns:a16="http://schemas.microsoft.com/office/drawing/2014/main" id="{4DCE2272-ED9B-DD02-B7B0-029616CF6AB1}"/>
              </a:ext>
            </a:extLst>
          </p:cNvPr>
          <p:cNvPicPr>
            <a:picLocks noChangeAspect="1"/>
          </p:cNvPicPr>
          <p:nvPr userDrawn="1"/>
        </p:nvPicPr>
        <p:blipFill>
          <a:blip r:embed="rId6">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rcRect l="728" r="728"/>
          <a:stretch/>
        </p:blipFill>
        <p:spPr>
          <a:xfrm>
            <a:off x="8428379" y="4647630"/>
            <a:ext cx="435969" cy="387958"/>
          </a:xfrm>
          <a:prstGeom prst="rect">
            <a:avLst/>
          </a:prstGeom>
        </p:spPr>
      </p:pic>
      <p:pic>
        <p:nvPicPr>
          <p:cNvPr id="8" name="Picture 7" descr="A close-up of a sign&#10;&#10;Description automatically generated">
            <a:extLst>
              <a:ext uri="{FF2B5EF4-FFF2-40B4-BE49-F238E27FC236}">
                <a16:creationId xmlns:a16="http://schemas.microsoft.com/office/drawing/2014/main" id="{CAE4914F-666B-70AC-6C67-9424F69EF375}"/>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285750" y="4733063"/>
            <a:ext cx="1266904" cy="302523"/>
          </a:xfrm>
          <a:prstGeom prst="rect">
            <a:avLst/>
          </a:prstGeom>
        </p:spPr>
      </p:pic>
      <p:cxnSp>
        <p:nvCxnSpPr>
          <p:cNvPr id="10" name="Straight Connector 9">
            <a:extLst>
              <a:ext uri="{FF2B5EF4-FFF2-40B4-BE49-F238E27FC236}">
                <a16:creationId xmlns:a16="http://schemas.microsoft.com/office/drawing/2014/main" id="{204A0732-89C6-3C17-1231-F15060AB29F0}"/>
              </a:ext>
            </a:extLst>
          </p:cNvPr>
          <p:cNvCxnSpPr/>
          <p:nvPr userDrawn="1"/>
        </p:nvCxnSpPr>
        <p:spPr>
          <a:xfrm>
            <a:off x="4565002" y="4942596"/>
            <a:ext cx="0" cy="127170"/>
          </a:xfrm>
          <a:prstGeom prst="line">
            <a:avLst/>
          </a:prstGeom>
          <a:ln>
            <a:solidFill>
              <a:srgbClr val="808285"/>
            </a:solidFil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CFCA1EE8-7685-8A5C-F7B5-D9CDCDF1C2CB}"/>
              </a:ext>
            </a:extLst>
          </p:cNvPr>
          <p:cNvGrpSpPr/>
          <p:nvPr userDrawn="1"/>
        </p:nvGrpSpPr>
        <p:grpSpPr>
          <a:xfrm>
            <a:off x="222334" y="4643165"/>
            <a:ext cx="8653640" cy="412511"/>
            <a:chOff x="254128" y="4647628"/>
            <a:chExt cx="8604122" cy="410150"/>
          </a:xfrm>
        </p:grpSpPr>
        <p:pic>
          <p:nvPicPr>
            <p:cNvPr id="9" name="Graphic 8">
              <a:extLst>
                <a:ext uri="{FF2B5EF4-FFF2-40B4-BE49-F238E27FC236}">
                  <a16:creationId xmlns:a16="http://schemas.microsoft.com/office/drawing/2014/main" id="{40CB5E8C-5F6B-E6F8-FC0B-CED55772653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rcRect t="36534" b="36534"/>
            <a:stretch/>
          </p:blipFill>
          <p:spPr>
            <a:xfrm>
              <a:off x="254128" y="4708634"/>
              <a:ext cx="1296349" cy="349144"/>
            </a:xfrm>
            <a:prstGeom prst="rect">
              <a:avLst/>
            </a:prstGeom>
          </p:spPr>
        </p:pic>
        <p:pic>
          <p:nvPicPr>
            <p:cNvPr id="11" name="Picture 10">
              <a:extLst>
                <a:ext uri="{FF2B5EF4-FFF2-40B4-BE49-F238E27FC236}">
                  <a16:creationId xmlns:a16="http://schemas.microsoft.com/office/drawing/2014/main" id="{A74C8A49-D7E5-1E10-B435-3654E345A545}"/>
                </a:ext>
              </a:extLst>
            </p:cNvPr>
            <p:cNvPicPr>
              <a:picLocks noChangeAspect="1"/>
            </p:cNvPicPr>
            <p:nvPr userDrawn="1"/>
          </p:nvPicPr>
          <p:blipFill>
            <a:blip r:embed="rId11">
              <a:biLevel thresh="25000"/>
              <a:extLst>
                <a:ext uri="{28A0092B-C50C-407E-A947-70E740481C1C}">
                  <a14:useLocalDpi xmlns:a14="http://schemas.microsoft.com/office/drawing/2010/main" val="0"/>
                </a:ext>
              </a:extLst>
            </a:blip>
            <a:srcRect l="728" r="728"/>
            <a:stretch/>
          </p:blipFill>
          <p:spPr>
            <a:xfrm>
              <a:off x="8422281" y="4647628"/>
              <a:ext cx="435969" cy="387958"/>
            </a:xfrm>
            <a:prstGeom prst="rect">
              <a:avLst/>
            </a:prstGeom>
          </p:spPr>
        </p:pic>
      </p:grpSp>
    </p:spTree>
    <p:extLst>
      <p:ext uri="{BB962C8B-B14F-4D97-AF65-F5344CB8AC3E}">
        <p14:creationId xmlns:p14="http://schemas.microsoft.com/office/powerpoint/2010/main" val="671625438"/>
      </p:ext>
    </p:extLst>
  </p:cSld>
  <p:clrMap bg1="lt1" tx1="dk1" bg2="lt2" tx2="dk2" accent1="accent1" accent2="accent2" accent3="accent3" accent4="accent4" accent5="accent5" accent6="accent6" hlink="hlink" folHlink="folHlink"/>
  <p:sldLayoutIdLst>
    <p:sldLayoutId id="2147483937" r:id="rId1"/>
    <p:sldLayoutId id="2147483938" r:id="rId2"/>
    <p:sldLayoutId id="2147483939" r:id="rId3"/>
    <p:sldLayoutId id="2147483940" r:id="rId4"/>
  </p:sldLayoutIdLst>
  <p:hf hdr="0" dt="0"/>
  <p:txStyles>
    <p:titleStyle>
      <a:lvl1pPr algn="l" defTabSz="914355" rtl="0" eaLnBrk="1" latinLnBrk="0" hangingPunct="1">
        <a:lnSpc>
          <a:spcPct val="90000"/>
        </a:lnSpc>
        <a:spcBef>
          <a:spcPct val="0"/>
        </a:spcBef>
        <a:buNone/>
        <a:defRPr lang="en-IN" sz="2100" b="0" kern="0" baseline="0" dirty="0" smtClean="0">
          <a:solidFill>
            <a:schemeClr val="bg1"/>
          </a:solidFill>
          <a:latin typeface="+mj-lt"/>
          <a:ea typeface="+mj-ea"/>
          <a:cs typeface="+mj-cs"/>
        </a:defRPr>
      </a:lvl1pPr>
    </p:titleStyle>
    <p:bodyStyle>
      <a:lvl1pPr marL="228588" indent="-228588" algn="l" defTabSz="914355" rtl="0" eaLnBrk="1" latinLnBrk="0" hangingPunct="1">
        <a:lnSpc>
          <a:spcPct val="90000"/>
        </a:lnSpc>
        <a:spcBef>
          <a:spcPts val="1000"/>
        </a:spcBef>
        <a:buClr>
          <a:srgbClr val="4E84C4"/>
        </a:buClr>
        <a:buFont typeface="Arial" panose="020B0604020202020204" pitchFamily="34" charset="0"/>
        <a:buChar char="•"/>
        <a:defRPr sz="1600" kern="1200" baseline="0">
          <a:solidFill>
            <a:schemeClr val="bg1"/>
          </a:solidFill>
          <a:latin typeface="+mn-lt"/>
          <a:ea typeface="+mn-ea"/>
          <a:cs typeface="+mn-cs"/>
        </a:defRPr>
      </a:lvl1pPr>
      <a:lvl2pPr marL="463526" indent="-228588" algn="l" defTabSz="914355" rtl="0" eaLnBrk="1" latinLnBrk="0" hangingPunct="1">
        <a:lnSpc>
          <a:spcPct val="90000"/>
        </a:lnSpc>
        <a:spcBef>
          <a:spcPts val="500"/>
        </a:spcBef>
        <a:buClr>
          <a:srgbClr val="4E84C4"/>
        </a:buClr>
        <a:buFont typeface="Symbol" panose="05050102010706020507" pitchFamily="18" charset="2"/>
        <a:buChar char="-"/>
        <a:defRPr sz="1600" kern="1200" baseline="0">
          <a:solidFill>
            <a:schemeClr val="bg1"/>
          </a:solidFill>
          <a:latin typeface="+mn-lt"/>
          <a:ea typeface="+mn-ea"/>
          <a:cs typeface="+mn-cs"/>
        </a:defRPr>
      </a:lvl2pPr>
      <a:lvl3pPr marL="688941" indent="-228588" algn="l" defTabSz="914355" rtl="0" eaLnBrk="1" latinLnBrk="0" hangingPunct="1">
        <a:lnSpc>
          <a:spcPct val="90000"/>
        </a:lnSpc>
        <a:spcBef>
          <a:spcPts val="500"/>
        </a:spcBef>
        <a:buClr>
          <a:srgbClr val="4E84C4"/>
        </a:buClr>
        <a:buFont typeface="Arial" panose="020B0604020202020204" pitchFamily="34" charset="0"/>
        <a:buChar char="•"/>
        <a:defRPr sz="1600" kern="1200" baseline="0">
          <a:solidFill>
            <a:schemeClr val="bg1"/>
          </a:solidFill>
          <a:latin typeface="+mn-lt"/>
          <a:ea typeface="+mn-ea"/>
          <a:cs typeface="+mn-cs"/>
        </a:defRPr>
      </a:lvl3pPr>
      <a:lvl4pPr marL="914355" indent="-228588" algn="l" defTabSz="914355" rtl="0" eaLnBrk="1" latinLnBrk="0" hangingPunct="1">
        <a:lnSpc>
          <a:spcPct val="90000"/>
        </a:lnSpc>
        <a:spcBef>
          <a:spcPts val="500"/>
        </a:spcBef>
        <a:buClr>
          <a:srgbClr val="4E84C4"/>
        </a:buClr>
        <a:buFont typeface="Courier New" panose="02070309020205020404" pitchFamily="49" charset="0"/>
        <a:buChar char="o"/>
        <a:tabLst/>
        <a:defRPr sz="1600" kern="1200" baseline="0">
          <a:solidFill>
            <a:schemeClr val="bg1"/>
          </a:solidFill>
          <a:latin typeface="+mn-lt"/>
          <a:ea typeface="+mn-ea"/>
          <a:cs typeface="+mn-cs"/>
        </a:defRPr>
      </a:lvl4pPr>
      <a:lvl5pPr marL="1139768" indent="-228588" algn="l" defTabSz="914355" rtl="0" eaLnBrk="1" latinLnBrk="0" hangingPunct="1">
        <a:lnSpc>
          <a:spcPct val="90000"/>
        </a:lnSpc>
        <a:spcBef>
          <a:spcPts val="500"/>
        </a:spcBef>
        <a:buClr>
          <a:srgbClr val="4E84C4"/>
        </a:buClr>
        <a:buFont typeface="Arial" panose="020B0604020202020204" pitchFamily="34" charset="0"/>
        <a:buChar char="•"/>
        <a:defRPr sz="1600" kern="1200" baseline="0">
          <a:solidFill>
            <a:schemeClr val="bg1"/>
          </a:solidFill>
          <a:latin typeface="+mn-lt"/>
          <a:ea typeface="+mn-ea"/>
          <a:cs typeface="+mn-cs"/>
        </a:defRPr>
      </a:lvl5pPr>
      <a:lvl6pPr marL="2514474"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8"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4"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8" algn="l" defTabSz="914355"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19" userDrawn="1">
          <p15:clr>
            <a:srgbClr val="F26B43"/>
          </p15:clr>
        </p15:guide>
        <p15:guide id="2" pos="172" userDrawn="1">
          <p15:clr>
            <a:srgbClr val="F26B43"/>
          </p15:clr>
        </p15:guide>
        <p15:guide id="3" pos="5573" userDrawn="1">
          <p15:clr>
            <a:srgbClr val="F26B43"/>
          </p15:clr>
        </p15:guide>
        <p15:guide id="4" orient="horz" pos="1720" userDrawn="1">
          <p15:clr>
            <a:srgbClr val="F26B43"/>
          </p15:clr>
        </p15:guide>
        <p15:guide id="5" orient="horz" pos="2916" userDrawn="1">
          <p15:clr>
            <a:srgbClr val="F26B43"/>
          </p15:clr>
        </p15:guide>
        <p15:guide id="6" orient="horz" pos="531" userDrawn="1">
          <p15:clr>
            <a:srgbClr val="F26B43"/>
          </p15:clr>
        </p15:guide>
        <p15:guide id="7" pos="288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000000"/>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DF83842-6792-443C-8ADD-548A11D67CE1}"/>
              </a:ext>
            </a:extLst>
          </p:cNvPr>
          <p:cNvSpPr/>
          <p:nvPr userDrawn="1"/>
        </p:nvSpPr>
        <p:spPr>
          <a:xfrm>
            <a:off x="70640" y="100727"/>
            <a:ext cx="148437" cy="145788"/>
          </a:xfrm>
          <a:prstGeom prst="rect">
            <a:avLst/>
          </a:prstGeom>
          <a:solidFill>
            <a:srgbClr val="E411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a:p>
        </p:txBody>
      </p:sp>
      <p:cxnSp>
        <p:nvCxnSpPr>
          <p:cNvPr id="12" name="Straight Connector 11">
            <a:extLst>
              <a:ext uri="{FF2B5EF4-FFF2-40B4-BE49-F238E27FC236}">
                <a16:creationId xmlns:a16="http://schemas.microsoft.com/office/drawing/2014/main" id="{E3AF219F-7EEE-4E0A-BE98-F63760BECB6A}"/>
              </a:ext>
            </a:extLst>
          </p:cNvPr>
          <p:cNvCxnSpPr>
            <a:cxnSpLocks/>
          </p:cNvCxnSpPr>
          <p:nvPr userDrawn="1"/>
        </p:nvCxnSpPr>
        <p:spPr>
          <a:xfrm>
            <a:off x="91079" y="273502"/>
            <a:ext cx="107556" cy="0"/>
          </a:xfrm>
          <a:prstGeom prst="line">
            <a:avLst/>
          </a:prstGeom>
          <a:ln>
            <a:solidFill>
              <a:srgbClr val="E41165"/>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94CA941-F2C4-474E-A1C0-87930FACB8D8}"/>
              </a:ext>
            </a:extLst>
          </p:cNvPr>
          <p:cNvSpPr txBox="1"/>
          <p:nvPr userDrawn="1"/>
        </p:nvSpPr>
        <p:spPr>
          <a:xfrm>
            <a:off x="70640" y="330802"/>
            <a:ext cx="148437" cy="145788"/>
          </a:xfrm>
          <a:prstGeom prst="rect">
            <a:avLst/>
          </a:prstGeom>
          <a:noFill/>
        </p:spPr>
        <p:txBody>
          <a:bodyPr wrap="none" lIns="0" tIns="0" rIns="0" bIns="0" rtlCol="0" anchor="ctr" anchorCtr="0">
            <a:noAutofit/>
          </a:bodyPr>
          <a:lstStyle/>
          <a:p>
            <a:pPr algn="ctr"/>
            <a:endParaRPr lang="en-US" sz="1600">
              <a:solidFill>
                <a:schemeClr val="tx1"/>
              </a:solidFill>
            </a:endParaRPr>
          </a:p>
        </p:txBody>
      </p:sp>
      <p:sp>
        <p:nvSpPr>
          <p:cNvPr id="14" name="Rectangle 13">
            <a:extLst>
              <a:ext uri="{FF2B5EF4-FFF2-40B4-BE49-F238E27FC236}">
                <a16:creationId xmlns:a16="http://schemas.microsoft.com/office/drawing/2014/main" id="{86750701-58D4-4101-89A4-E4C0613A06D1}"/>
              </a:ext>
            </a:extLst>
          </p:cNvPr>
          <p:cNvSpPr/>
          <p:nvPr userDrawn="1"/>
        </p:nvSpPr>
        <p:spPr>
          <a:xfrm>
            <a:off x="37301" y="63763"/>
            <a:ext cx="215112" cy="39566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1"/>
          </a:p>
        </p:txBody>
      </p:sp>
      <p:grpSp>
        <p:nvGrpSpPr>
          <p:cNvPr id="2" name="Group 1">
            <a:extLst>
              <a:ext uri="{FF2B5EF4-FFF2-40B4-BE49-F238E27FC236}">
                <a16:creationId xmlns:a16="http://schemas.microsoft.com/office/drawing/2014/main" id="{BEC3F55E-80C5-FA58-BEE1-B1EA909AB2F1}"/>
              </a:ext>
            </a:extLst>
          </p:cNvPr>
          <p:cNvGrpSpPr/>
          <p:nvPr userDrawn="1"/>
        </p:nvGrpSpPr>
        <p:grpSpPr>
          <a:xfrm>
            <a:off x="219079" y="113253"/>
            <a:ext cx="8647111" cy="504364"/>
            <a:chOff x="219077" y="100726"/>
            <a:chExt cx="8647111" cy="504364"/>
          </a:xfrm>
        </p:grpSpPr>
        <p:pic>
          <p:nvPicPr>
            <p:cNvPr id="3" name="Graphic 2">
              <a:extLst>
                <a:ext uri="{FF2B5EF4-FFF2-40B4-BE49-F238E27FC236}">
                  <a16:creationId xmlns:a16="http://schemas.microsoft.com/office/drawing/2014/main" id="{0485C5A4-B4D1-7A55-6E82-3E12E35D3F5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rcRect t="36534" b="36534"/>
            <a:stretch/>
          </p:blipFill>
          <p:spPr>
            <a:xfrm>
              <a:off x="219077" y="169836"/>
              <a:ext cx="1616067" cy="435254"/>
            </a:xfrm>
            <a:prstGeom prst="rect">
              <a:avLst/>
            </a:prstGeom>
          </p:spPr>
        </p:pic>
        <p:pic>
          <p:nvPicPr>
            <p:cNvPr id="4" name="Picture 3" descr="A white logo on a black background&#10;&#10;Description automatically generated">
              <a:extLst>
                <a:ext uri="{FF2B5EF4-FFF2-40B4-BE49-F238E27FC236}">
                  <a16:creationId xmlns:a16="http://schemas.microsoft.com/office/drawing/2014/main" id="{2EED0747-E087-BD83-3541-DFDDE1A93175}"/>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22000" t="24814" r="21396" b="24815"/>
            <a:stretch/>
          </p:blipFill>
          <p:spPr>
            <a:xfrm>
              <a:off x="8322775" y="100726"/>
              <a:ext cx="543413" cy="483573"/>
            </a:xfrm>
            <a:prstGeom prst="rect">
              <a:avLst/>
            </a:prstGeom>
          </p:spPr>
        </p:pic>
      </p:grpSp>
    </p:spTree>
    <p:extLst>
      <p:ext uri="{BB962C8B-B14F-4D97-AF65-F5344CB8AC3E}">
        <p14:creationId xmlns:p14="http://schemas.microsoft.com/office/powerpoint/2010/main" val="4280885665"/>
      </p:ext>
    </p:extLst>
  </p:cSld>
  <p:clrMap bg1="lt1" tx1="dk1" bg2="lt2" tx2="dk2" accent1="accent1" accent2="accent2" accent3="accent3" accent4="accent4" accent5="accent5" accent6="accent6" hlink="hlink" folHlink="folHlink"/>
  <p:sldLayoutIdLst>
    <p:sldLayoutId id="2147483828" r:id="rId1"/>
    <p:sldLayoutId id="2147483875" r:id="rId2"/>
    <p:sldLayoutId id="2147483829" r:id="rId3"/>
  </p:sldLayoutIdLst>
  <p:hf hdr="0" dt="0"/>
  <p:txStyles>
    <p:titleStyle>
      <a:lvl1pPr algn="l" defTabSz="914310" rtl="0" eaLnBrk="1" latinLnBrk="0" hangingPunct="1">
        <a:lnSpc>
          <a:spcPct val="90000"/>
        </a:lnSpc>
        <a:spcBef>
          <a:spcPct val="0"/>
        </a:spcBef>
        <a:buNone/>
        <a:defRPr lang="en-US" sz="2100" b="0" kern="0" baseline="0" dirty="0">
          <a:solidFill>
            <a:schemeClr val="bg1"/>
          </a:solidFill>
          <a:latin typeface="+mj-lt"/>
          <a:ea typeface="+mj-ea"/>
          <a:cs typeface="+mj-cs"/>
        </a:defRPr>
      </a:lvl1pPr>
    </p:titleStyle>
    <p:bodyStyle>
      <a:lvl1pPr marL="228576" indent="-228576" algn="l" defTabSz="914310" rtl="0" eaLnBrk="1" latinLnBrk="0" hangingPunct="1">
        <a:lnSpc>
          <a:spcPct val="90000"/>
        </a:lnSpc>
        <a:spcBef>
          <a:spcPts val="1000"/>
        </a:spcBef>
        <a:buClr>
          <a:srgbClr val="E41165"/>
        </a:buClr>
        <a:buFont typeface="Arial" panose="020B0604020202020204" pitchFamily="34" charset="0"/>
        <a:buChar char="•"/>
        <a:defRPr lang="en-US" sz="1200" kern="1200" smtClean="0">
          <a:solidFill>
            <a:schemeClr val="bg1"/>
          </a:solidFill>
          <a:latin typeface="+mn-lt"/>
          <a:ea typeface="+mn-ea"/>
          <a:cs typeface="+mn-cs"/>
        </a:defRPr>
      </a:lvl1pPr>
      <a:lvl2pPr marL="685732" indent="-228576" algn="l" defTabSz="914310" rtl="0" eaLnBrk="1" latinLnBrk="0" hangingPunct="1">
        <a:lnSpc>
          <a:spcPct val="90000"/>
        </a:lnSpc>
        <a:spcBef>
          <a:spcPts val="500"/>
        </a:spcBef>
        <a:buClr>
          <a:srgbClr val="E41165"/>
        </a:buClr>
        <a:buFont typeface="Arial" panose="020B0604020202020204" pitchFamily="34" charset="0"/>
        <a:buChar char="•"/>
        <a:defRPr lang="en-US" sz="1200" kern="1200" dirty="0" smtClean="0">
          <a:solidFill>
            <a:schemeClr val="bg1"/>
          </a:solidFill>
          <a:latin typeface="+mn-lt"/>
          <a:ea typeface="+mn-ea"/>
          <a:cs typeface="+mn-cs"/>
        </a:defRPr>
      </a:lvl2pPr>
      <a:lvl3pPr marL="1142887" indent="-228576" algn="l" defTabSz="914310" rtl="0" eaLnBrk="1" latinLnBrk="0" hangingPunct="1">
        <a:lnSpc>
          <a:spcPct val="90000"/>
        </a:lnSpc>
        <a:spcBef>
          <a:spcPts val="500"/>
        </a:spcBef>
        <a:buFont typeface="Arial" panose="020B0604020202020204" pitchFamily="34" charset="0"/>
        <a:buChar char="•"/>
        <a:defRPr lang="en-US" sz="1200" kern="1200" dirty="0" smtClean="0">
          <a:solidFill>
            <a:schemeClr val="bg1"/>
          </a:solidFill>
          <a:latin typeface="+mn-lt"/>
          <a:ea typeface="+mn-ea"/>
          <a:cs typeface="+mn-cs"/>
        </a:defRPr>
      </a:lvl3pPr>
      <a:lvl4pPr marL="1600040" indent="-228576" algn="l" defTabSz="914310" rtl="0" eaLnBrk="1" latinLnBrk="0" hangingPunct="1">
        <a:lnSpc>
          <a:spcPct val="90000"/>
        </a:lnSpc>
        <a:spcBef>
          <a:spcPts val="500"/>
        </a:spcBef>
        <a:buFont typeface="Arial" panose="020B0604020202020204" pitchFamily="34" charset="0"/>
        <a:buChar char="•"/>
        <a:defRPr lang="en-US" sz="1200" kern="1200" dirty="0" smtClean="0">
          <a:solidFill>
            <a:schemeClr val="bg1"/>
          </a:solidFill>
          <a:latin typeface="+mn-lt"/>
          <a:ea typeface="+mn-ea"/>
          <a:cs typeface="+mn-cs"/>
        </a:defRPr>
      </a:lvl4pPr>
      <a:lvl5pPr marL="2057195" indent="-228576" algn="l" defTabSz="914310" rtl="0" eaLnBrk="1" latinLnBrk="0" hangingPunct="1">
        <a:lnSpc>
          <a:spcPct val="90000"/>
        </a:lnSpc>
        <a:spcBef>
          <a:spcPts val="500"/>
        </a:spcBef>
        <a:buFont typeface="Arial" panose="020B0604020202020204" pitchFamily="34" charset="0"/>
        <a:buChar char="•"/>
        <a:defRPr lang="en-US" sz="1200" kern="1200" dirty="0">
          <a:solidFill>
            <a:schemeClr val="bg1"/>
          </a:solidFill>
          <a:latin typeface="+mn-lt"/>
          <a:ea typeface="+mn-ea"/>
          <a:cs typeface="+mn-cs"/>
        </a:defRPr>
      </a:lvl5pPr>
      <a:lvl6pPr marL="2514348" indent="-228576" algn="l" defTabSz="91431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04" indent="-228576" algn="l" defTabSz="91431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658" indent="-228576" algn="l" defTabSz="91431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812" indent="-228576" algn="l" defTabSz="91431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10" rtl="0" eaLnBrk="1" latinLnBrk="0" hangingPunct="1">
        <a:defRPr sz="1800" kern="1200">
          <a:solidFill>
            <a:schemeClr val="tx1"/>
          </a:solidFill>
          <a:latin typeface="+mn-lt"/>
          <a:ea typeface="+mn-ea"/>
          <a:cs typeface="+mn-cs"/>
        </a:defRPr>
      </a:lvl1pPr>
      <a:lvl2pPr marL="457154" algn="l" defTabSz="914310" rtl="0" eaLnBrk="1" latinLnBrk="0" hangingPunct="1">
        <a:defRPr sz="1800" kern="1200">
          <a:solidFill>
            <a:schemeClr val="tx1"/>
          </a:solidFill>
          <a:latin typeface="+mn-lt"/>
          <a:ea typeface="+mn-ea"/>
          <a:cs typeface="+mn-cs"/>
        </a:defRPr>
      </a:lvl2pPr>
      <a:lvl3pPr marL="914310" algn="l" defTabSz="914310" rtl="0" eaLnBrk="1" latinLnBrk="0" hangingPunct="1">
        <a:defRPr sz="1800" kern="1200">
          <a:solidFill>
            <a:schemeClr val="tx1"/>
          </a:solidFill>
          <a:latin typeface="+mn-lt"/>
          <a:ea typeface="+mn-ea"/>
          <a:cs typeface="+mn-cs"/>
        </a:defRPr>
      </a:lvl3pPr>
      <a:lvl4pPr marL="1371464" algn="l" defTabSz="914310" rtl="0" eaLnBrk="1" latinLnBrk="0" hangingPunct="1">
        <a:defRPr sz="1800" kern="1200">
          <a:solidFill>
            <a:schemeClr val="tx1"/>
          </a:solidFill>
          <a:latin typeface="+mn-lt"/>
          <a:ea typeface="+mn-ea"/>
          <a:cs typeface="+mn-cs"/>
        </a:defRPr>
      </a:lvl4pPr>
      <a:lvl5pPr marL="1828619" algn="l" defTabSz="914310" rtl="0" eaLnBrk="1" latinLnBrk="0" hangingPunct="1">
        <a:defRPr sz="1800" kern="1200">
          <a:solidFill>
            <a:schemeClr val="tx1"/>
          </a:solidFill>
          <a:latin typeface="+mn-lt"/>
          <a:ea typeface="+mn-ea"/>
          <a:cs typeface="+mn-cs"/>
        </a:defRPr>
      </a:lvl5pPr>
      <a:lvl6pPr marL="2285772" algn="l" defTabSz="914310" rtl="0" eaLnBrk="1" latinLnBrk="0" hangingPunct="1">
        <a:defRPr sz="1800" kern="1200">
          <a:solidFill>
            <a:schemeClr val="tx1"/>
          </a:solidFill>
          <a:latin typeface="+mn-lt"/>
          <a:ea typeface="+mn-ea"/>
          <a:cs typeface="+mn-cs"/>
        </a:defRPr>
      </a:lvl6pPr>
      <a:lvl7pPr marL="2742926" algn="l" defTabSz="914310" rtl="0" eaLnBrk="1" latinLnBrk="0" hangingPunct="1">
        <a:defRPr sz="1800" kern="1200">
          <a:solidFill>
            <a:schemeClr val="tx1"/>
          </a:solidFill>
          <a:latin typeface="+mn-lt"/>
          <a:ea typeface="+mn-ea"/>
          <a:cs typeface="+mn-cs"/>
        </a:defRPr>
      </a:lvl7pPr>
      <a:lvl8pPr marL="3200080" algn="l" defTabSz="914310" rtl="0" eaLnBrk="1" latinLnBrk="0" hangingPunct="1">
        <a:defRPr sz="1800" kern="1200">
          <a:solidFill>
            <a:schemeClr val="tx1"/>
          </a:solidFill>
          <a:latin typeface="+mn-lt"/>
          <a:ea typeface="+mn-ea"/>
          <a:cs typeface="+mn-cs"/>
        </a:defRPr>
      </a:lvl8pPr>
      <a:lvl9pPr marL="3657235" algn="l" defTabSz="91431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80" userDrawn="1">
          <p15:clr>
            <a:srgbClr val="F26B43"/>
          </p15:clr>
        </p15:guide>
        <p15:guide id="2" orient="horz" pos="1620" userDrawn="1">
          <p15:clr>
            <a:srgbClr val="F26B43"/>
          </p15:clr>
        </p15:guide>
        <p15:guide id="3" orient="horz" pos="64" userDrawn="1">
          <p15:clr>
            <a:srgbClr val="F26B43"/>
          </p15:clr>
        </p15:guide>
        <p15:guide id="4" orient="horz" pos="360" userDrawn="1">
          <p15:clr>
            <a:srgbClr val="F26B43"/>
          </p15:clr>
        </p15:guide>
        <p15:guide id="5" orient="horz" pos="529" userDrawn="1">
          <p15:clr>
            <a:srgbClr val="F26B43"/>
          </p15:clr>
        </p15:guide>
        <p15:guide id="6" orient="horz" pos="2916" userDrawn="1">
          <p15:clr>
            <a:srgbClr val="F26B43"/>
          </p15:clr>
        </p15:guide>
        <p15:guide id="8" pos="5585" userDrawn="1">
          <p15:clr>
            <a:srgbClr val="F26B43"/>
          </p15:clr>
        </p15:guide>
        <p15:guide id="9" pos="180" userDrawn="1">
          <p15:clr>
            <a:srgbClr val="F26B43"/>
          </p15:clr>
        </p15:guide>
        <p15:guide id="10" orient="horz" pos="3168"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9" name="Title Placeholder 8">
            <a:extLst>
              <a:ext uri="{FF2B5EF4-FFF2-40B4-BE49-F238E27FC236}">
                <a16:creationId xmlns:a16="http://schemas.microsoft.com/office/drawing/2014/main" id="{668164AE-F168-4FCE-AA1F-1E4E8F1F51C5}"/>
              </a:ext>
            </a:extLst>
          </p:cNvPr>
          <p:cNvSpPr>
            <a:spLocks noGrp="1"/>
          </p:cNvSpPr>
          <p:nvPr>
            <p:ph type="title"/>
          </p:nvPr>
        </p:nvSpPr>
        <p:spPr>
          <a:xfrm>
            <a:off x="281239" y="1276354"/>
            <a:ext cx="4042988" cy="381515"/>
          </a:xfrm>
          <a:prstGeom prst="rect">
            <a:avLst/>
          </a:prstGeom>
        </p:spPr>
        <p:txBody>
          <a:bodyPr vert="horz" wrap="square" lIns="0" tIns="12065" rIns="0" bIns="0" rtlCol="0">
            <a:noAutofit/>
          </a:bodyPr>
          <a:lstStyle/>
          <a:p>
            <a:pPr lvl="0"/>
            <a:r>
              <a:rPr lang="en-US" dirty="0"/>
              <a:t>Click to edit Master title style</a:t>
            </a:r>
          </a:p>
        </p:txBody>
      </p:sp>
      <p:sp>
        <p:nvSpPr>
          <p:cNvPr id="14" name="Text Placeholder 13">
            <a:extLst>
              <a:ext uri="{FF2B5EF4-FFF2-40B4-BE49-F238E27FC236}">
                <a16:creationId xmlns:a16="http://schemas.microsoft.com/office/drawing/2014/main" id="{337FA0A2-4E48-428C-81A4-88A7A7B842EB}"/>
              </a:ext>
            </a:extLst>
          </p:cNvPr>
          <p:cNvSpPr>
            <a:spLocks noGrp="1"/>
          </p:cNvSpPr>
          <p:nvPr>
            <p:ph type="body" idx="1"/>
          </p:nvPr>
        </p:nvSpPr>
        <p:spPr>
          <a:xfrm>
            <a:off x="287191" y="2136844"/>
            <a:ext cx="4042988" cy="263534"/>
          </a:xfrm>
          <a:prstGeom prst="rect">
            <a:avLst/>
          </a:prstGeom>
        </p:spPr>
        <p:txBody>
          <a:bodyPr vert="horz" wrap="square" lIns="0" tIns="17145" rIns="0" bIns="0" rtlCol="0">
            <a:spAutoFit/>
          </a:bodyPr>
          <a:lstStyle/>
          <a:p>
            <a:pPr marL="228588" lvl="0" indent="-228588">
              <a:buClr>
                <a:srgbClr val="808285"/>
              </a:buClr>
            </a:pPr>
            <a:r>
              <a:rPr lang="en-US"/>
              <a:t>Click to edit Master text styles</a:t>
            </a:r>
          </a:p>
        </p:txBody>
      </p:sp>
      <p:sp>
        <p:nvSpPr>
          <p:cNvPr id="6" name="Rectangle 5">
            <a:extLst>
              <a:ext uri="{FF2B5EF4-FFF2-40B4-BE49-F238E27FC236}">
                <a16:creationId xmlns:a16="http://schemas.microsoft.com/office/drawing/2014/main" id="{F85DA422-34A4-42C4-B88D-8E0E3D2E20D8}"/>
              </a:ext>
            </a:extLst>
          </p:cNvPr>
          <p:cNvSpPr/>
          <p:nvPr userDrawn="1"/>
        </p:nvSpPr>
        <p:spPr>
          <a:xfrm>
            <a:off x="70640" y="100727"/>
            <a:ext cx="148437" cy="145788"/>
          </a:xfrm>
          <a:prstGeom prst="rect">
            <a:avLst/>
          </a:prstGeom>
          <a:solidFill>
            <a:srgbClr val="E411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a:p>
        </p:txBody>
      </p:sp>
      <p:cxnSp>
        <p:nvCxnSpPr>
          <p:cNvPr id="10" name="Straight Connector 9">
            <a:extLst>
              <a:ext uri="{FF2B5EF4-FFF2-40B4-BE49-F238E27FC236}">
                <a16:creationId xmlns:a16="http://schemas.microsoft.com/office/drawing/2014/main" id="{A6C0BBD5-766E-4A60-979B-6D5475DC8CF6}"/>
              </a:ext>
            </a:extLst>
          </p:cNvPr>
          <p:cNvCxnSpPr>
            <a:cxnSpLocks/>
          </p:cNvCxnSpPr>
          <p:nvPr userDrawn="1"/>
        </p:nvCxnSpPr>
        <p:spPr>
          <a:xfrm>
            <a:off x="91079" y="273502"/>
            <a:ext cx="107556" cy="0"/>
          </a:xfrm>
          <a:prstGeom prst="line">
            <a:avLst/>
          </a:prstGeom>
          <a:ln>
            <a:solidFill>
              <a:srgbClr val="E41165"/>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BCB82FAD-D870-4603-AD13-A81E1BF404DA}"/>
              </a:ext>
            </a:extLst>
          </p:cNvPr>
          <p:cNvSpPr txBox="1"/>
          <p:nvPr userDrawn="1"/>
        </p:nvSpPr>
        <p:spPr>
          <a:xfrm>
            <a:off x="70640" y="330802"/>
            <a:ext cx="148437" cy="145788"/>
          </a:xfrm>
          <a:prstGeom prst="rect">
            <a:avLst/>
          </a:prstGeom>
          <a:noFill/>
        </p:spPr>
        <p:txBody>
          <a:bodyPr wrap="none" lIns="0" tIns="0" rIns="0" bIns="0" rtlCol="0" anchor="ctr" anchorCtr="0">
            <a:noAutofit/>
          </a:bodyPr>
          <a:lstStyle/>
          <a:p>
            <a:pPr algn="ctr"/>
            <a:endParaRPr lang="en-US" sz="1600">
              <a:solidFill>
                <a:schemeClr val="tx1"/>
              </a:solidFill>
            </a:endParaRPr>
          </a:p>
        </p:txBody>
      </p:sp>
      <p:sp>
        <p:nvSpPr>
          <p:cNvPr id="12" name="Rectangle 11">
            <a:extLst>
              <a:ext uri="{FF2B5EF4-FFF2-40B4-BE49-F238E27FC236}">
                <a16:creationId xmlns:a16="http://schemas.microsoft.com/office/drawing/2014/main" id="{02F1AA33-B6EC-4360-84C1-7F601A5C35DD}"/>
              </a:ext>
            </a:extLst>
          </p:cNvPr>
          <p:cNvSpPr/>
          <p:nvPr userDrawn="1"/>
        </p:nvSpPr>
        <p:spPr>
          <a:xfrm>
            <a:off x="37301" y="63763"/>
            <a:ext cx="215112" cy="39566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1"/>
          </a:p>
        </p:txBody>
      </p:sp>
      <p:grpSp>
        <p:nvGrpSpPr>
          <p:cNvPr id="2" name="Group 1">
            <a:extLst>
              <a:ext uri="{FF2B5EF4-FFF2-40B4-BE49-F238E27FC236}">
                <a16:creationId xmlns:a16="http://schemas.microsoft.com/office/drawing/2014/main" id="{A5F41ADF-2946-F2A4-0F88-938D9F13F88B}"/>
              </a:ext>
            </a:extLst>
          </p:cNvPr>
          <p:cNvGrpSpPr/>
          <p:nvPr userDrawn="1"/>
        </p:nvGrpSpPr>
        <p:grpSpPr>
          <a:xfrm>
            <a:off x="219079" y="120396"/>
            <a:ext cx="8647111" cy="504364"/>
            <a:chOff x="219077" y="100726"/>
            <a:chExt cx="8647111" cy="504364"/>
          </a:xfrm>
        </p:grpSpPr>
        <p:pic>
          <p:nvPicPr>
            <p:cNvPr id="3" name="Graphic 2">
              <a:extLst>
                <a:ext uri="{FF2B5EF4-FFF2-40B4-BE49-F238E27FC236}">
                  <a16:creationId xmlns:a16="http://schemas.microsoft.com/office/drawing/2014/main" id="{7382C60E-DA0A-B2F6-5CCF-04E5A607C5D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t="36534" b="36534"/>
            <a:stretch/>
          </p:blipFill>
          <p:spPr>
            <a:xfrm>
              <a:off x="219077" y="169836"/>
              <a:ext cx="1616067" cy="435254"/>
            </a:xfrm>
            <a:prstGeom prst="rect">
              <a:avLst/>
            </a:prstGeom>
          </p:spPr>
        </p:pic>
        <p:pic>
          <p:nvPicPr>
            <p:cNvPr id="13" name="Picture 12" descr="A white logo on a black background&#10;&#10;Description automatically generated">
              <a:extLst>
                <a:ext uri="{FF2B5EF4-FFF2-40B4-BE49-F238E27FC236}">
                  <a16:creationId xmlns:a16="http://schemas.microsoft.com/office/drawing/2014/main" id="{91C5FDC1-4409-9D27-E107-7DF174E38318}"/>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2000" t="24814" r="21396" b="24815"/>
            <a:stretch/>
          </p:blipFill>
          <p:spPr>
            <a:xfrm>
              <a:off x="8322775" y="100726"/>
              <a:ext cx="543413" cy="483573"/>
            </a:xfrm>
            <a:prstGeom prst="rect">
              <a:avLst/>
            </a:prstGeom>
          </p:spPr>
        </p:pic>
      </p:grpSp>
    </p:spTree>
    <p:extLst>
      <p:ext uri="{BB962C8B-B14F-4D97-AF65-F5344CB8AC3E}">
        <p14:creationId xmlns:p14="http://schemas.microsoft.com/office/powerpoint/2010/main" val="1095749955"/>
      </p:ext>
    </p:extLst>
  </p:cSld>
  <p:clrMap bg1="lt1" tx1="dk1" bg2="lt2" tx2="dk2" accent1="accent1" accent2="accent2" accent3="accent3" accent4="accent4" accent5="accent5" accent6="accent6" hlink="hlink" folHlink="folHlink"/>
  <p:sldLayoutIdLst>
    <p:sldLayoutId id="2147483648" r:id="rId1"/>
  </p:sldLayoutIdLst>
  <p:hf hdr="0" dt="0"/>
  <p:txStyles>
    <p:titleStyle>
      <a:lvl1pPr algn="l" defTabSz="914355" rtl="0" eaLnBrk="1" latinLnBrk="0" hangingPunct="1">
        <a:lnSpc>
          <a:spcPct val="100000"/>
        </a:lnSpc>
        <a:spcBef>
          <a:spcPct val="0"/>
        </a:spcBef>
        <a:buNone/>
        <a:defRPr lang="en-US" sz="2400" b="0" i="0" kern="0" spc="-5" baseline="0" dirty="0">
          <a:solidFill>
            <a:srgbClr val="F4F3F9"/>
          </a:solidFill>
          <a:latin typeface="Calibri"/>
          <a:ea typeface="+mj-ea"/>
          <a:cs typeface="Calibri"/>
        </a:defRPr>
      </a:lvl1pPr>
    </p:titleStyle>
    <p:bodyStyle>
      <a:lvl1pPr marL="0" indent="0" algn="l" defTabSz="914355" rtl="0" eaLnBrk="1" latinLnBrk="0" hangingPunct="1">
        <a:lnSpc>
          <a:spcPct val="100000"/>
        </a:lnSpc>
        <a:spcBef>
          <a:spcPts val="0"/>
        </a:spcBef>
        <a:buFont typeface="Arial" panose="020B0604020202020204" pitchFamily="34" charset="0"/>
        <a:buNone/>
        <a:defRPr lang="en-US" sz="1600" kern="1200" spc="2" dirty="0" smtClean="0">
          <a:solidFill>
            <a:srgbClr val="4E84C4"/>
          </a:solidFill>
          <a:latin typeface="Calibri"/>
          <a:ea typeface="+mn-ea"/>
          <a:cs typeface="Calibri"/>
        </a:defRPr>
      </a:lvl1pPr>
      <a:lvl2pPr marL="685766" indent="-228588" algn="l" defTabSz="914355"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2944" indent="-228588" algn="l" defTabSz="914355"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120" indent="-228588" algn="l" defTabSz="914355"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297" indent="-228588" algn="l" defTabSz="914355"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474"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8"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4"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8" algn="l" defTabSz="914355"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772" userDrawn="1">
          <p15:clr>
            <a:srgbClr val="F26B43"/>
          </p15:clr>
        </p15:guide>
        <p15:guide id="2" orient="horz" pos="2852" userDrawn="1">
          <p15:clr>
            <a:srgbClr val="F26B43"/>
          </p15:clr>
        </p15:guide>
        <p15:guide id="3" orient="horz" pos="360" userDrawn="1">
          <p15:clr>
            <a:srgbClr val="F26B43"/>
          </p15:clr>
        </p15:guide>
        <p15:guide id="4" orient="horz" pos="846" userDrawn="1">
          <p15:clr>
            <a:srgbClr val="F26B43"/>
          </p15:clr>
        </p15:guide>
        <p15:guide id="5" pos="180" userDrawn="1">
          <p15:clr>
            <a:srgbClr val="F26B43"/>
          </p15:clr>
        </p15:guide>
        <p15:guide id="6" pos="5580"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 name="Title Placeholder 8">
            <a:extLst>
              <a:ext uri="{FF2B5EF4-FFF2-40B4-BE49-F238E27FC236}">
                <a16:creationId xmlns:a16="http://schemas.microsoft.com/office/drawing/2014/main" id="{668164AE-F168-4FCE-AA1F-1E4E8F1F51C5}"/>
              </a:ext>
            </a:extLst>
          </p:cNvPr>
          <p:cNvSpPr>
            <a:spLocks noGrp="1"/>
          </p:cNvSpPr>
          <p:nvPr>
            <p:ph type="title"/>
          </p:nvPr>
        </p:nvSpPr>
        <p:spPr>
          <a:xfrm>
            <a:off x="294001" y="1276354"/>
            <a:ext cx="4042988" cy="381515"/>
          </a:xfrm>
          <a:prstGeom prst="rect">
            <a:avLst/>
          </a:prstGeom>
        </p:spPr>
        <p:txBody>
          <a:bodyPr vert="horz" wrap="square" lIns="0" tIns="12065" rIns="0" bIns="0" rtlCol="0">
            <a:noAutofit/>
          </a:bodyPr>
          <a:lstStyle/>
          <a:p>
            <a:pPr lvl="0"/>
            <a:r>
              <a:rPr lang="en-US"/>
              <a:t>Click to edit Master title style</a:t>
            </a:r>
          </a:p>
        </p:txBody>
      </p:sp>
      <p:sp>
        <p:nvSpPr>
          <p:cNvPr id="14" name="Text Placeholder 13">
            <a:extLst>
              <a:ext uri="{FF2B5EF4-FFF2-40B4-BE49-F238E27FC236}">
                <a16:creationId xmlns:a16="http://schemas.microsoft.com/office/drawing/2014/main" id="{337FA0A2-4E48-428C-81A4-88A7A7B842EB}"/>
              </a:ext>
            </a:extLst>
          </p:cNvPr>
          <p:cNvSpPr>
            <a:spLocks noGrp="1"/>
          </p:cNvSpPr>
          <p:nvPr>
            <p:ph type="body" idx="1"/>
          </p:nvPr>
        </p:nvSpPr>
        <p:spPr>
          <a:xfrm>
            <a:off x="294001" y="2136844"/>
            <a:ext cx="4042988" cy="263534"/>
          </a:xfrm>
          <a:prstGeom prst="rect">
            <a:avLst/>
          </a:prstGeom>
        </p:spPr>
        <p:txBody>
          <a:bodyPr vert="horz" wrap="square" lIns="0" tIns="17145" rIns="0" bIns="0" rtlCol="0">
            <a:spAutoFit/>
          </a:bodyPr>
          <a:lstStyle/>
          <a:p>
            <a:pPr marL="228588" lvl="0" indent="-228588">
              <a:buClr>
                <a:srgbClr val="808285"/>
              </a:buClr>
            </a:pPr>
            <a:r>
              <a:rPr lang="en-US"/>
              <a:t>Click to edit Master text styles</a:t>
            </a:r>
          </a:p>
        </p:txBody>
      </p:sp>
      <p:sp>
        <p:nvSpPr>
          <p:cNvPr id="8" name="Rectangle 7">
            <a:extLst>
              <a:ext uri="{FF2B5EF4-FFF2-40B4-BE49-F238E27FC236}">
                <a16:creationId xmlns:a16="http://schemas.microsoft.com/office/drawing/2014/main" id="{1DA4006B-35B5-4917-8DF4-E3AC5FD8F234}"/>
              </a:ext>
            </a:extLst>
          </p:cNvPr>
          <p:cNvSpPr/>
          <p:nvPr userDrawn="1"/>
        </p:nvSpPr>
        <p:spPr>
          <a:xfrm>
            <a:off x="70640" y="100727"/>
            <a:ext cx="148437" cy="145788"/>
          </a:xfrm>
          <a:prstGeom prst="rect">
            <a:avLst/>
          </a:prstGeom>
          <a:solidFill>
            <a:srgbClr val="E411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a:p>
        </p:txBody>
      </p:sp>
      <p:cxnSp>
        <p:nvCxnSpPr>
          <p:cNvPr id="10" name="Straight Connector 9">
            <a:extLst>
              <a:ext uri="{FF2B5EF4-FFF2-40B4-BE49-F238E27FC236}">
                <a16:creationId xmlns:a16="http://schemas.microsoft.com/office/drawing/2014/main" id="{A1FC735E-CC28-4305-8172-FA3E342C4919}"/>
              </a:ext>
            </a:extLst>
          </p:cNvPr>
          <p:cNvCxnSpPr>
            <a:cxnSpLocks/>
          </p:cNvCxnSpPr>
          <p:nvPr userDrawn="1"/>
        </p:nvCxnSpPr>
        <p:spPr>
          <a:xfrm>
            <a:off x="91079" y="273502"/>
            <a:ext cx="107556" cy="0"/>
          </a:xfrm>
          <a:prstGeom prst="line">
            <a:avLst/>
          </a:prstGeom>
          <a:ln>
            <a:solidFill>
              <a:srgbClr val="E41165"/>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9F6E633C-CDA1-4590-8A4C-EC1DEA930983}"/>
              </a:ext>
            </a:extLst>
          </p:cNvPr>
          <p:cNvSpPr txBox="1"/>
          <p:nvPr userDrawn="1"/>
        </p:nvSpPr>
        <p:spPr>
          <a:xfrm>
            <a:off x="70640" y="330802"/>
            <a:ext cx="148437" cy="145788"/>
          </a:xfrm>
          <a:prstGeom prst="rect">
            <a:avLst/>
          </a:prstGeom>
          <a:noFill/>
        </p:spPr>
        <p:txBody>
          <a:bodyPr wrap="none" lIns="0" tIns="0" rIns="0" bIns="0" rtlCol="0" anchor="ctr" anchorCtr="0">
            <a:noAutofit/>
          </a:bodyPr>
          <a:lstStyle/>
          <a:p>
            <a:pPr algn="ctr"/>
            <a:endParaRPr lang="en-US" sz="1600">
              <a:solidFill>
                <a:schemeClr val="tx1"/>
              </a:solidFill>
            </a:endParaRPr>
          </a:p>
        </p:txBody>
      </p:sp>
      <p:sp>
        <p:nvSpPr>
          <p:cNvPr id="12" name="Rectangle 11">
            <a:extLst>
              <a:ext uri="{FF2B5EF4-FFF2-40B4-BE49-F238E27FC236}">
                <a16:creationId xmlns:a16="http://schemas.microsoft.com/office/drawing/2014/main" id="{72DE660D-A715-4BFA-88E2-2E56B38B4814}"/>
              </a:ext>
            </a:extLst>
          </p:cNvPr>
          <p:cNvSpPr/>
          <p:nvPr userDrawn="1"/>
        </p:nvSpPr>
        <p:spPr>
          <a:xfrm>
            <a:off x="37301" y="63763"/>
            <a:ext cx="215112" cy="3956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1"/>
          </a:p>
        </p:txBody>
      </p:sp>
      <p:grpSp>
        <p:nvGrpSpPr>
          <p:cNvPr id="13" name="Group 12">
            <a:extLst>
              <a:ext uri="{FF2B5EF4-FFF2-40B4-BE49-F238E27FC236}">
                <a16:creationId xmlns:a16="http://schemas.microsoft.com/office/drawing/2014/main" id="{D9DAB661-1A59-574C-5349-AB1765077B4A}"/>
              </a:ext>
            </a:extLst>
          </p:cNvPr>
          <p:cNvGrpSpPr/>
          <p:nvPr userDrawn="1"/>
        </p:nvGrpSpPr>
        <p:grpSpPr>
          <a:xfrm>
            <a:off x="219079" y="607113"/>
            <a:ext cx="8647111" cy="504364"/>
            <a:chOff x="219077" y="100726"/>
            <a:chExt cx="8647111" cy="504364"/>
          </a:xfrm>
        </p:grpSpPr>
        <p:pic>
          <p:nvPicPr>
            <p:cNvPr id="15" name="Graphic 14">
              <a:extLst>
                <a:ext uri="{FF2B5EF4-FFF2-40B4-BE49-F238E27FC236}">
                  <a16:creationId xmlns:a16="http://schemas.microsoft.com/office/drawing/2014/main" id="{20DC0D9F-4DA9-F95E-B458-6AD6558200E9}"/>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t="36534" b="36534"/>
            <a:stretch/>
          </p:blipFill>
          <p:spPr>
            <a:xfrm>
              <a:off x="219077" y="169836"/>
              <a:ext cx="1616067" cy="435254"/>
            </a:xfrm>
            <a:prstGeom prst="rect">
              <a:avLst/>
            </a:prstGeom>
          </p:spPr>
        </p:pic>
        <p:pic>
          <p:nvPicPr>
            <p:cNvPr id="16" name="Picture 15" descr="A white logo on a black background&#10;&#10;Description automatically generated">
              <a:extLst>
                <a:ext uri="{FF2B5EF4-FFF2-40B4-BE49-F238E27FC236}">
                  <a16:creationId xmlns:a16="http://schemas.microsoft.com/office/drawing/2014/main" id="{8CF70A6A-1BFF-583C-569D-C54AF6E8FADE}"/>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2000" t="24814" r="21396" b="24815"/>
            <a:stretch/>
          </p:blipFill>
          <p:spPr>
            <a:xfrm>
              <a:off x="8322775" y="100726"/>
              <a:ext cx="543413" cy="483573"/>
            </a:xfrm>
            <a:prstGeom prst="rect">
              <a:avLst/>
            </a:prstGeom>
          </p:spPr>
        </p:pic>
      </p:grpSp>
      <p:grpSp>
        <p:nvGrpSpPr>
          <p:cNvPr id="20" name="Group 19">
            <a:extLst>
              <a:ext uri="{FF2B5EF4-FFF2-40B4-BE49-F238E27FC236}">
                <a16:creationId xmlns:a16="http://schemas.microsoft.com/office/drawing/2014/main" id="{057E9EE9-5F6C-5544-465E-1AA90E85E16D}"/>
              </a:ext>
            </a:extLst>
          </p:cNvPr>
          <p:cNvGrpSpPr/>
          <p:nvPr userDrawn="1"/>
        </p:nvGrpSpPr>
        <p:grpSpPr>
          <a:xfrm>
            <a:off x="219079" y="120396"/>
            <a:ext cx="8647111" cy="504364"/>
            <a:chOff x="219077" y="132041"/>
            <a:chExt cx="8647111" cy="504364"/>
          </a:xfrm>
        </p:grpSpPr>
        <p:pic>
          <p:nvPicPr>
            <p:cNvPr id="18" name="Graphic 17">
              <a:extLst>
                <a:ext uri="{FF2B5EF4-FFF2-40B4-BE49-F238E27FC236}">
                  <a16:creationId xmlns:a16="http://schemas.microsoft.com/office/drawing/2014/main" id="{52441CF1-05A1-4BE7-5EDC-4B87C0094FC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rcRect t="36534" b="36534"/>
            <a:stretch/>
          </p:blipFill>
          <p:spPr>
            <a:xfrm>
              <a:off x="219077" y="201151"/>
              <a:ext cx="1616067" cy="435254"/>
            </a:xfrm>
            <a:prstGeom prst="rect">
              <a:avLst/>
            </a:prstGeom>
          </p:spPr>
        </p:pic>
        <p:pic>
          <p:nvPicPr>
            <p:cNvPr id="19" name="Picture 18" descr="A white logo on a black background&#10;&#10;Description automatically generated">
              <a:extLst>
                <a:ext uri="{FF2B5EF4-FFF2-40B4-BE49-F238E27FC236}">
                  <a16:creationId xmlns:a16="http://schemas.microsoft.com/office/drawing/2014/main" id="{CFBAEA02-88A2-D715-9CCC-3FC89572DB02}"/>
                </a:ext>
              </a:extLst>
            </p:cNvPr>
            <p:cNvPicPr>
              <a:picLocks noChangeAspect="1"/>
            </p:cNvPicPr>
            <p:nvPr userDrawn="1"/>
          </p:nvPicPr>
          <p:blipFill rotWithShape="1">
            <a:blip r:embed="rId6">
              <a:biLevel thresh="75000"/>
              <a:extLst>
                <a:ext uri="{BEBA8EAE-BF5A-486C-A8C5-ECC9F3942E4B}">
                  <a14:imgProps xmlns:a14="http://schemas.microsoft.com/office/drawing/2010/main">
                    <a14:imgLayer r:embed="rId7">
                      <a14:imgEffect>
                        <a14:brightnessContrast bright="-40000" contrast="-40000"/>
                      </a14:imgEffect>
                    </a14:imgLayer>
                  </a14:imgProps>
                </a:ext>
                <a:ext uri="{28A0092B-C50C-407E-A947-70E740481C1C}">
                  <a14:useLocalDpi xmlns:a14="http://schemas.microsoft.com/office/drawing/2010/main" val="0"/>
                </a:ext>
              </a:extLst>
            </a:blip>
            <a:srcRect l="22000" t="24814" r="21396" b="24815"/>
            <a:stretch/>
          </p:blipFill>
          <p:spPr>
            <a:xfrm>
              <a:off x="8322775" y="132041"/>
              <a:ext cx="543413" cy="483573"/>
            </a:xfrm>
            <a:prstGeom prst="rect">
              <a:avLst/>
            </a:prstGeom>
          </p:spPr>
        </p:pic>
      </p:grpSp>
    </p:spTree>
    <p:extLst>
      <p:ext uri="{BB962C8B-B14F-4D97-AF65-F5344CB8AC3E}">
        <p14:creationId xmlns:p14="http://schemas.microsoft.com/office/powerpoint/2010/main" val="4074707441"/>
      </p:ext>
    </p:extLst>
  </p:cSld>
  <p:clrMap bg1="lt1" tx1="dk1" bg2="lt2" tx2="dk2" accent1="accent1" accent2="accent2" accent3="accent3" accent4="accent4" accent5="accent5" accent6="accent6" hlink="hlink" folHlink="folHlink"/>
  <p:sldLayoutIdLst>
    <p:sldLayoutId id="2147483858" r:id="rId1"/>
  </p:sldLayoutIdLst>
  <p:hf hdr="0" dt="0"/>
  <p:txStyles>
    <p:titleStyle>
      <a:lvl1pPr algn="l" defTabSz="914355" rtl="0" eaLnBrk="1" latinLnBrk="0" hangingPunct="1">
        <a:lnSpc>
          <a:spcPct val="100000"/>
        </a:lnSpc>
        <a:spcBef>
          <a:spcPct val="0"/>
        </a:spcBef>
        <a:buNone/>
        <a:defRPr lang="en-US" sz="2400" b="0" i="0" kern="0" spc="-5" baseline="0" dirty="0">
          <a:solidFill>
            <a:schemeClr val="tx1"/>
          </a:solidFill>
          <a:latin typeface="Calibri"/>
          <a:ea typeface="+mj-ea"/>
          <a:cs typeface="Calibri"/>
        </a:defRPr>
      </a:lvl1pPr>
    </p:titleStyle>
    <p:bodyStyle>
      <a:lvl1pPr marL="0" indent="0" algn="l" defTabSz="914355" rtl="0" eaLnBrk="1" latinLnBrk="0" hangingPunct="1">
        <a:lnSpc>
          <a:spcPct val="100000"/>
        </a:lnSpc>
        <a:spcBef>
          <a:spcPts val="0"/>
        </a:spcBef>
        <a:buFont typeface="Arial" panose="020B0604020202020204" pitchFamily="34" charset="0"/>
        <a:buNone/>
        <a:defRPr lang="en-US" sz="1600" kern="1200" spc="2" dirty="0" smtClean="0">
          <a:solidFill>
            <a:srgbClr val="4E84C4"/>
          </a:solidFill>
          <a:latin typeface="Calibri"/>
          <a:ea typeface="+mn-ea"/>
          <a:cs typeface="Calibri"/>
        </a:defRPr>
      </a:lvl1pPr>
      <a:lvl2pPr marL="685766" indent="-228588" algn="l" defTabSz="914355"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2944" indent="-228588" algn="l" defTabSz="914355"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120" indent="-228588" algn="l" defTabSz="914355"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297" indent="-228588" algn="l" defTabSz="914355"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474"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8"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4"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8" algn="l" defTabSz="914355"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772" userDrawn="1">
          <p15:clr>
            <a:srgbClr val="F26B43"/>
          </p15:clr>
        </p15:guide>
        <p15:guide id="2" orient="horz" pos="2852" userDrawn="1">
          <p15:clr>
            <a:srgbClr val="F26B43"/>
          </p15:clr>
        </p15:guide>
        <p15:guide id="3" orient="horz" pos="360" userDrawn="1">
          <p15:clr>
            <a:srgbClr val="F26B43"/>
          </p15:clr>
        </p15:guide>
        <p15:guide id="4" orient="horz" pos="846" userDrawn="1">
          <p15:clr>
            <a:srgbClr val="F26B43"/>
          </p15:clr>
        </p15:guide>
        <p15:guide id="5" pos="180" userDrawn="1">
          <p15:clr>
            <a:srgbClr val="F26B43"/>
          </p15:clr>
        </p15:guide>
        <p15:guide id="6" pos="5580"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9" name="Title Placeholder 8">
            <a:extLst>
              <a:ext uri="{FF2B5EF4-FFF2-40B4-BE49-F238E27FC236}">
                <a16:creationId xmlns:a16="http://schemas.microsoft.com/office/drawing/2014/main" id="{668164AE-F168-4FCE-AA1F-1E4E8F1F51C5}"/>
              </a:ext>
            </a:extLst>
          </p:cNvPr>
          <p:cNvSpPr>
            <a:spLocks noGrp="1"/>
          </p:cNvSpPr>
          <p:nvPr>
            <p:ph type="title"/>
          </p:nvPr>
        </p:nvSpPr>
        <p:spPr>
          <a:xfrm>
            <a:off x="281239" y="1276354"/>
            <a:ext cx="4042988" cy="381515"/>
          </a:xfrm>
          <a:prstGeom prst="rect">
            <a:avLst/>
          </a:prstGeom>
        </p:spPr>
        <p:txBody>
          <a:bodyPr vert="horz" wrap="square" lIns="0" tIns="12065" rIns="0" bIns="0" rtlCol="0">
            <a:noAutofit/>
          </a:bodyPr>
          <a:lstStyle/>
          <a:p>
            <a:pPr lvl="0"/>
            <a:r>
              <a:rPr lang="en-US" dirty="0"/>
              <a:t>Click to edit Master title style</a:t>
            </a:r>
          </a:p>
        </p:txBody>
      </p:sp>
      <p:sp>
        <p:nvSpPr>
          <p:cNvPr id="14" name="Text Placeholder 13">
            <a:extLst>
              <a:ext uri="{FF2B5EF4-FFF2-40B4-BE49-F238E27FC236}">
                <a16:creationId xmlns:a16="http://schemas.microsoft.com/office/drawing/2014/main" id="{337FA0A2-4E48-428C-81A4-88A7A7B842EB}"/>
              </a:ext>
            </a:extLst>
          </p:cNvPr>
          <p:cNvSpPr>
            <a:spLocks noGrp="1"/>
          </p:cNvSpPr>
          <p:nvPr>
            <p:ph type="body" idx="1"/>
          </p:nvPr>
        </p:nvSpPr>
        <p:spPr>
          <a:xfrm>
            <a:off x="287191" y="2136844"/>
            <a:ext cx="4042988" cy="263534"/>
          </a:xfrm>
          <a:prstGeom prst="rect">
            <a:avLst/>
          </a:prstGeom>
        </p:spPr>
        <p:txBody>
          <a:bodyPr vert="horz" wrap="square" lIns="0" tIns="17145" rIns="0" bIns="0" rtlCol="0">
            <a:spAutoFit/>
          </a:bodyPr>
          <a:lstStyle/>
          <a:p>
            <a:pPr marL="228588" lvl="0" indent="-228588">
              <a:buClr>
                <a:srgbClr val="808285"/>
              </a:buClr>
            </a:pPr>
            <a:r>
              <a:rPr lang="en-US"/>
              <a:t>Click to edit Master text styles</a:t>
            </a:r>
          </a:p>
        </p:txBody>
      </p:sp>
      <p:sp>
        <p:nvSpPr>
          <p:cNvPr id="6" name="Rectangle 5">
            <a:extLst>
              <a:ext uri="{FF2B5EF4-FFF2-40B4-BE49-F238E27FC236}">
                <a16:creationId xmlns:a16="http://schemas.microsoft.com/office/drawing/2014/main" id="{F85DA422-34A4-42C4-B88D-8E0E3D2E20D8}"/>
              </a:ext>
            </a:extLst>
          </p:cNvPr>
          <p:cNvSpPr/>
          <p:nvPr userDrawn="1"/>
        </p:nvSpPr>
        <p:spPr>
          <a:xfrm>
            <a:off x="70640" y="100727"/>
            <a:ext cx="148437" cy="145788"/>
          </a:xfrm>
          <a:prstGeom prst="rect">
            <a:avLst/>
          </a:prstGeom>
          <a:solidFill>
            <a:srgbClr val="E411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a:p>
        </p:txBody>
      </p:sp>
      <p:cxnSp>
        <p:nvCxnSpPr>
          <p:cNvPr id="10" name="Straight Connector 9">
            <a:extLst>
              <a:ext uri="{FF2B5EF4-FFF2-40B4-BE49-F238E27FC236}">
                <a16:creationId xmlns:a16="http://schemas.microsoft.com/office/drawing/2014/main" id="{A6C0BBD5-766E-4A60-979B-6D5475DC8CF6}"/>
              </a:ext>
            </a:extLst>
          </p:cNvPr>
          <p:cNvCxnSpPr>
            <a:cxnSpLocks/>
          </p:cNvCxnSpPr>
          <p:nvPr userDrawn="1"/>
        </p:nvCxnSpPr>
        <p:spPr>
          <a:xfrm>
            <a:off x="91079" y="273502"/>
            <a:ext cx="107556" cy="0"/>
          </a:xfrm>
          <a:prstGeom prst="line">
            <a:avLst/>
          </a:prstGeom>
          <a:ln>
            <a:solidFill>
              <a:srgbClr val="E41165"/>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BCB82FAD-D870-4603-AD13-A81E1BF404DA}"/>
              </a:ext>
            </a:extLst>
          </p:cNvPr>
          <p:cNvSpPr txBox="1"/>
          <p:nvPr userDrawn="1"/>
        </p:nvSpPr>
        <p:spPr>
          <a:xfrm>
            <a:off x="70640" y="330802"/>
            <a:ext cx="148437" cy="145788"/>
          </a:xfrm>
          <a:prstGeom prst="rect">
            <a:avLst/>
          </a:prstGeom>
          <a:noFill/>
        </p:spPr>
        <p:txBody>
          <a:bodyPr wrap="none" lIns="0" tIns="0" rIns="0" bIns="0" rtlCol="0" anchor="ctr" anchorCtr="0">
            <a:noAutofit/>
          </a:bodyPr>
          <a:lstStyle/>
          <a:p>
            <a:pPr algn="ctr"/>
            <a:endParaRPr lang="en-US" sz="1600">
              <a:solidFill>
                <a:schemeClr val="tx1"/>
              </a:solidFill>
            </a:endParaRPr>
          </a:p>
        </p:txBody>
      </p:sp>
      <p:sp>
        <p:nvSpPr>
          <p:cNvPr id="12" name="Rectangle 11">
            <a:extLst>
              <a:ext uri="{FF2B5EF4-FFF2-40B4-BE49-F238E27FC236}">
                <a16:creationId xmlns:a16="http://schemas.microsoft.com/office/drawing/2014/main" id="{02F1AA33-B6EC-4360-84C1-7F601A5C35DD}"/>
              </a:ext>
            </a:extLst>
          </p:cNvPr>
          <p:cNvSpPr/>
          <p:nvPr userDrawn="1"/>
        </p:nvSpPr>
        <p:spPr>
          <a:xfrm>
            <a:off x="37301" y="63763"/>
            <a:ext cx="215112" cy="39566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1"/>
          </a:p>
        </p:txBody>
      </p:sp>
      <p:grpSp>
        <p:nvGrpSpPr>
          <p:cNvPr id="4" name="Group 3">
            <a:extLst>
              <a:ext uri="{FF2B5EF4-FFF2-40B4-BE49-F238E27FC236}">
                <a16:creationId xmlns:a16="http://schemas.microsoft.com/office/drawing/2014/main" id="{513AB597-EB64-CE3F-953B-52503B4D000B}"/>
              </a:ext>
            </a:extLst>
          </p:cNvPr>
          <p:cNvGrpSpPr/>
          <p:nvPr userDrawn="1"/>
        </p:nvGrpSpPr>
        <p:grpSpPr>
          <a:xfrm>
            <a:off x="219079" y="120396"/>
            <a:ext cx="8647111" cy="504364"/>
            <a:chOff x="219077" y="100726"/>
            <a:chExt cx="8647111" cy="504364"/>
          </a:xfrm>
        </p:grpSpPr>
        <p:pic>
          <p:nvPicPr>
            <p:cNvPr id="5" name="Graphic 4">
              <a:extLst>
                <a:ext uri="{FF2B5EF4-FFF2-40B4-BE49-F238E27FC236}">
                  <a16:creationId xmlns:a16="http://schemas.microsoft.com/office/drawing/2014/main" id="{F0651C26-EA84-03D9-38D3-26F90B09392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t="36534" b="36534"/>
            <a:stretch/>
          </p:blipFill>
          <p:spPr>
            <a:xfrm>
              <a:off x="219077" y="169836"/>
              <a:ext cx="1616067" cy="435254"/>
            </a:xfrm>
            <a:prstGeom prst="rect">
              <a:avLst/>
            </a:prstGeom>
          </p:spPr>
        </p:pic>
        <p:pic>
          <p:nvPicPr>
            <p:cNvPr id="8" name="Picture 7" descr="A white logo on a black background&#10;&#10;Description automatically generated">
              <a:extLst>
                <a:ext uri="{FF2B5EF4-FFF2-40B4-BE49-F238E27FC236}">
                  <a16:creationId xmlns:a16="http://schemas.microsoft.com/office/drawing/2014/main" id="{A1ED308E-44AD-3158-DD83-C59FFFAE9BDA}"/>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2000" t="24814" r="21396" b="24815"/>
            <a:stretch/>
          </p:blipFill>
          <p:spPr>
            <a:xfrm>
              <a:off x="8322775" y="100726"/>
              <a:ext cx="543413" cy="483573"/>
            </a:xfrm>
            <a:prstGeom prst="rect">
              <a:avLst/>
            </a:prstGeom>
          </p:spPr>
        </p:pic>
      </p:grpSp>
    </p:spTree>
    <p:extLst>
      <p:ext uri="{BB962C8B-B14F-4D97-AF65-F5344CB8AC3E}">
        <p14:creationId xmlns:p14="http://schemas.microsoft.com/office/powerpoint/2010/main" val="1909491059"/>
      </p:ext>
    </p:extLst>
  </p:cSld>
  <p:clrMap bg1="lt1" tx1="dk1" bg2="lt2" tx2="dk2" accent1="accent1" accent2="accent2" accent3="accent3" accent4="accent4" accent5="accent5" accent6="accent6" hlink="hlink" folHlink="folHlink"/>
  <p:sldLayoutIdLst>
    <p:sldLayoutId id="2147483872" r:id="rId1"/>
  </p:sldLayoutIdLst>
  <p:hf hdr="0" dt="0"/>
  <p:txStyles>
    <p:titleStyle>
      <a:lvl1pPr algn="l" defTabSz="914355" rtl="0" eaLnBrk="1" latinLnBrk="0" hangingPunct="1">
        <a:lnSpc>
          <a:spcPct val="100000"/>
        </a:lnSpc>
        <a:spcBef>
          <a:spcPct val="0"/>
        </a:spcBef>
        <a:buNone/>
        <a:defRPr lang="en-US" sz="2400" b="0" i="0" kern="0" spc="-5" baseline="0" dirty="0">
          <a:solidFill>
            <a:srgbClr val="F4F3F9"/>
          </a:solidFill>
          <a:latin typeface="Calibri"/>
          <a:ea typeface="+mj-ea"/>
          <a:cs typeface="Calibri"/>
        </a:defRPr>
      </a:lvl1pPr>
    </p:titleStyle>
    <p:bodyStyle>
      <a:lvl1pPr marL="0" indent="0" algn="l" defTabSz="914355" rtl="0" eaLnBrk="1" latinLnBrk="0" hangingPunct="1">
        <a:lnSpc>
          <a:spcPct val="100000"/>
        </a:lnSpc>
        <a:spcBef>
          <a:spcPts val="0"/>
        </a:spcBef>
        <a:buFont typeface="Arial" panose="020B0604020202020204" pitchFamily="34" charset="0"/>
        <a:buNone/>
        <a:defRPr lang="en-US" sz="1600" kern="1200" spc="2" dirty="0" smtClean="0">
          <a:solidFill>
            <a:srgbClr val="4E84C4"/>
          </a:solidFill>
          <a:latin typeface="Calibri"/>
          <a:ea typeface="+mn-ea"/>
          <a:cs typeface="Calibri"/>
        </a:defRPr>
      </a:lvl1pPr>
      <a:lvl2pPr marL="685766" indent="-228588" algn="l" defTabSz="914355"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2944" indent="-228588" algn="l" defTabSz="914355"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120" indent="-228588" algn="l" defTabSz="914355"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297" indent="-228588" algn="l" defTabSz="914355"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474"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8"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4"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8" algn="l" defTabSz="914355"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772" userDrawn="1">
          <p15:clr>
            <a:srgbClr val="F26B43"/>
          </p15:clr>
        </p15:guide>
        <p15:guide id="2" orient="horz" pos="2852" userDrawn="1">
          <p15:clr>
            <a:srgbClr val="F26B43"/>
          </p15:clr>
        </p15:guide>
        <p15:guide id="3" orient="horz" pos="360" userDrawn="1">
          <p15:clr>
            <a:srgbClr val="F26B43"/>
          </p15:clr>
        </p15:guide>
        <p15:guide id="4" orient="horz" pos="846" userDrawn="1">
          <p15:clr>
            <a:srgbClr val="F26B43"/>
          </p15:clr>
        </p15:guide>
        <p15:guide id="5" pos="180" userDrawn="1">
          <p15:clr>
            <a:srgbClr val="F26B43"/>
          </p15:clr>
        </p15:guide>
        <p15:guide id="6" pos="5580"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 name="Title Placeholder 8">
            <a:extLst>
              <a:ext uri="{FF2B5EF4-FFF2-40B4-BE49-F238E27FC236}">
                <a16:creationId xmlns:a16="http://schemas.microsoft.com/office/drawing/2014/main" id="{668164AE-F168-4FCE-AA1F-1E4E8F1F51C5}"/>
              </a:ext>
            </a:extLst>
          </p:cNvPr>
          <p:cNvSpPr>
            <a:spLocks noGrp="1"/>
          </p:cNvSpPr>
          <p:nvPr>
            <p:ph type="title"/>
          </p:nvPr>
        </p:nvSpPr>
        <p:spPr>
          <a:xfrm>
            <a:off x="294001" y="1276354"/>
            <a:ext cx="4042988" cy="381515"/>
          </a:xfrm>
          <a:prstGeom prst="rect">
            <a:avLst/>
          </a:prstGeom>
        </p:spPr>
        <p:txBody>
          <a:bodyPr vert="horz" wrap="square" lIns="0" tIns="12065" rIns="0" bIns="0" rtlCol="0">
            <a:noAutofit/>
          </a:bodyPr>
          <a:lstStyle/>
          <a:p>
            <a:pPr lvl="0"/>
            <a:r>
              <a:rPr lang="en-US"/>
              <a:t>Click to edit Master title style</a:t>
            </a:r>
          </a:p>
        </p:txBody>
      </p:sp>
      <p:sp>
        <p:nvSpPr>
          <p:cNvPr id="14" name="Text Placeholder 13">
            <a:extLst>
              <a:ext uri="{FF2B5EF4-FFF2-40B4-BE49-F238E27FC236}">
                <a16:creationId xmlns:a16="http://schemas.microsoft.com/office/drawing/2014/main" id="{337FA0A2-4E48-428C-81A4-88A7A7B842EB}"/>
              </a:ext>
            </a:extLst>
          </p:cNvPr>
          <p:cNvSpPr>
            <a:spLocks noGrp="1"/>
          </p:cNvSpPr>
          <p:nvPr>
            <p:ph type="body" idx="1"/>
          </p:nvPr>
        </p:nvSpPr>
        <p:spPr>
          <a:xfrm>
            <a:off x="294001" y="2136844"/>
            <a:ext cx="4042988" cy="263534"/>
          </a:xfrm>
          <a:prstGeom prst="rect">
            <a:avLst/>
          </a:prstGeom>
        </p:spPr>
        <p:txBody>
          <a:bodyPr vert="horz" wrap="square" lIns="0" tIns="17145" rIns="0" bIns="0" rtlCol="0">
            <a:spAutoFit/>
          </a:bodyPr>
          <a:lstStyle/>
          <a:p>
            <a:pPr marL="228588" lvl="0" indent="-228588">
              <a:buClr>
                <a:srgbClr val="808285"/>
              </a:buClr>
            </a:pPr>
            <a:r>
              <a:rPr lang="en-US"/>
              <a:t>Click to edit Master text styles</a:t>
            </a:r>
          </a:p>
        </p:txBody>
      </p:sp>
      <p:sp>
        <p:nvSpPr>
          <p:cNvPr id="8" name="Rectangle 7">
            <a:extLst>
              <a:ext uri="{FF2B5EF4-FFF2-40B4-BE49-F238E27FC236}">
                <a16:creationId xmlns:a16="http://schemas.microsoft.com/office/drawing/2014/main" id="{1DA4006B-35B5-4917-8DF4-E3AC5FD8F234}"/>
              </a:ext>
            </a:extLst>
          </p:cNvPr>
          <p:cNvSpPr/>
          <p:nvPr userDrawn="1"/>
        </p:nvSpPr>
        <p:spPr>
          <a:xfrm>
            <a:off x="70640" y="100727"/>
            <a:ext cx="148437" cy="145788"/>
          </a:xfrm>
          <a:prstGeom prst="rect">
            <a:avLst/>
          </a:prstGeom>
          <a:solidFill>
            <a:srgbClr val="E411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a:p>
        </p:txBody>
      </p:sp>
      <p:cxnSp>
        <p:nvCxnSpPr>
          <p:cNvPr id="10" name="Straight Connector 9">
            <a:extLst>
              <a:ext uri="{FF2B5EF4-FFF2-40B4-BE49-F238E27FC236}">
                <a16:creationId xmlns:a16="http://schemas.microsoft.com/office/drawing/2014/main" id="{A1FC735E-CC28-4305-8172-FA3E342C4919}"/>
              </a:ext>
            </a:extLst>
          </p:cNvPr>
          <p:cNvCxnSpPr>
            <a:cxnSpLocks/>
          </p:cNvCxnSpPr>
          <p:nvPr userDrawn="1"/>
        </p:nvCxnSpPr>
        <p:spPr>
          <a:xfrm>
            <a:off x="91079" y="273502"/>
            <a:ext cx="107556" cy="0"/>
          </a:xfrm>
          <a:prstGeom prst="line">
            <a:avLst/>
          </a:prstGeom>
          <a:ln>
            <a:solidFill>
              <a:srgbClr val="E41165"/>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9F6E633C-CDA1-4590-8A4C-EC1DEA930983}"/>
              </a:ext>
            </a:extLst>
          </p:cNvPr>
          <p:cNvSpPr txBox="1"/>
          <p:nvPr userDrawn="1"/>
        </p:nvSpPr>
        <p:spPr>
          <a:xfrm>
            <a:off x="70640" y="330802"/>
            <a:ext cx="148437" cy="145788"/>
          </a:xfrm>
          <a:prstGeom prst="rect">
            <a:avLst/>
          </a:prstGeom>
          <a:noFill/>
        </p:spPr>
        <p:txBody>
          <a:bodyPr wrap="none" lIns="0" tIns="0" rIns="0" bIns="0" rtlCol="0" anchor="ctr" anchorCtr="0">
            <a:noAutofit/>
          </a:bodyPr>
          <a:lstStyle/>
          <a:p>
            <a:pPr algn="ctr"/>
            <a:endParaRPr lang="en-US" sz="1600">
              <a:solidFill>
                <a:schemeClr val="tx1"/>
              </a:solidFill>
            </a:endParaRPr>
          </a:p>
        </p:txBody>
      </p:sp>
      <p:sp>
        <p:nvSpPr>
          <p:cNvPr id="12" name="Rectangle 11">
            <a:extLst>
              <a:ext uri="{FF2B5EF4-FFF2-40B4-BE49-F238E27FC236}">
                <a16:creationId xmlns:a16="http://schemas.microsoft.com/office/drawing/2014/main" id="{72DE660D-A715-4BFA-88E2-2E56B38B4814}"/>
              </a:ext>
            </a:extLst>
          </p:cNvPr>
          <p:cNvSpPr/>
          <p:nvPr userDrawn="1"/>
        </p:nvSpPr>
        <p:spPr>
          <a:xfrm>
            <a:off x="37301" y="63763"/>
            <a:ext cx="215112" cy="3956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1"/>
          </a:p>
        </p:txBody>
      </p:sp>
      <p:grpSp>
        <p:nvGrpSpPr>
          <p:cNvPr id="13" name="Group 12">
            <a:extLst>
              <a:ext uri="{FF2B5EF4-FFF2-40B4-BE49-F238E27FC236}">
                <a16:creationId xmlns:a16="http://schemas.microsoft.com/office/drawing/2014/main" id="{3531337B-163B-39E5-7B72-1480CAAD060C}"/>
              </a:ext>
            </a:extLst>
          </p:cNvPr>
          <p:cNvGrpSpPr/>
          <p:nvPr userDrawn="1"/>
        </p:nvGrpSpPr>
        <p:grpSpPr>
          <a:xfrm>
            <a:off x="219079" y="120396"/>
            <a:ext cx="8647111" cy="504364"/>
            <a:chOff x="219077" y="132041"/>
            <a:chExt cx="8647111" cy="504364"/>
          </a:xfrm>
        </p:grpSpPr>
        <p:pic>
          <p:nvPicPr>
            <p:cNvPr id="15" name="Graphic 14">
              <a:extLst>
                <a:ext uri="{FF2B5EF4-FFF2-40B4-BE49-F238E27FC236}">
                  <a16:creationId xmlns:a16="http://schemas.microsoft.com/office/drawing/2014/main" id="{2D439F82-0BD3-8FFB-32ED-45AD2D50EF7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t="36534" b="36534"/>
            <a:stretch/>
          </p:blipFill>
          <p:spPr>
            <a:xfrm>
              <a:off x="219077" y="201151"/>
              <a:ext cx="1616067" cy="435254"/>
            </a:xfrm>
            <a:prstGeom prst="rect">
              <a:avLst/>
            </a:prstGeom>
          </p:spPr>
        </p:pic>
        <p:pic>
          <p:nvPicPr>
            <p:cNvPr id="16" name="Picture 15" descr="A white logo on a black background&#10;&#10;Description automatically generated">
              <a:extLst>
                <a:ext uri="{FF2B5EF4-FFF2-40B4-BE49-F238E27FC236}">
                  <a16:creationId xmlns:a16="http://schemas.microsoft.com/office/drawing/2014/main" id="{B5CEF9B3-1360-3B2D-04F6-60065212D07B}"/>
                </a:ext>
              </a:extLst>
            </p:cNvPr>
            <p:cNvPicPr>
              <a:picLocks noChangeAspect="1"/>
            </p:cNvPicPr>
            <p:nvPr userDrawn="1"/>
          </p:nvPicPr>
          <p:blipFill rotWithShape="1">
            <a:blip r:embed="rId4">
              <a:biLevel thresh="75000"/>
              <a:extLst>
                <a:ext uri="{BEBA8EAE-BF5A-486C-A8C5-ECC9F3942E4B}">
                  <a14:imgProps xmlns:a14="http://schemas.microsoft.com/office/drawing/2010/main">
                    <a14:imgLayer r:embed="rId5">
                      <a14:imgEffect>
                        <a14:brightnessContrast bright="-40000" contrast="-40000"/>
                      </a14:imgEffect>
                    </a14:imgLayer>
                  </a14:imgProps>
                </a:ext>
                <a:ext uri="{28A0092B-C50C-407E-A947-70E740481C1C}">
                  <a14:useLocalDpi xmlns:a14="http://schemas.microsoft.com/office/drawing/2010/main" val="0"/>
                </a:ext>
              </a:extLst>
            </a:blip>
            <a:srcRect l="22000" t="24814" r="21396" b="24815"/>
            <a:stretch/>
          </p:blipFill>
          <p:spPr>
            <a:xfrm>
              <a:off x="8322775" y="132041"/>
              <a:ext cx="543413" cy="483573"/>
            </a:xfrm>
            <a:prstGeom prst="rect">
              <a:avLst/>
            </a:prstGeom>
          </p:spPr>
        </p:pic>
      </p:grpSp>
    </p:spTree>
    <p:extLst>
      <p:ext uri="{BB962C8B-B14F-4D97-AF65-F5344CB8AC3E}">
        <p14:creationId xmlns:p14="http://schemas.microsoft.com/office/powerpoint/2010/main" val="286753316"/>
      </p:ext>
    </p:extLst>
  </p:cSld>
  <p:clrMap bg1="lt1" tx1="dk1" bg2="lt2" tx2="dk2" accent1="accent1" accent2="accent2" accent3="accent3" accent4="accent4" accent5="accent5" accent6="accent6" hlink="hlink" folHlink="folHlink"/>
  <p:sldLayoutIdLst>
    <p:sldLayoutId id="2147483874" r:id="rId1"/>
  </p:sldLayoutIdLst>
  <p:hf hdr="0" dt="0"/>
  <p:txStyles>
    <p:titleStyle>
      <a:lvl1pPr algn="l" defTabSz="914355" rtl="0" eaLnBrk="1" latinLnBrk="0" hangingPunct="1">
        <a:lnSpc>
          <a:spcPct val="100000"/>
        </a:lnSpc>
        <a:spcBef>
          <a:spcPct val="0"/>
        </a:spcBef>
        <a:buNone/>
        <a:defRPr lang="en-US" sz="2400" b="0" i="0" kern="0" spc="-5" baseline="0" dirty="0">
          <a:solidFill>
            <a:schemeClr val="tx1"/>
          </a:solidFill>
          <a:latin typeface="Calibri"/>
          <a:ea typeface="+mj-ea"/>
          <a:cs typeface="Calibri"/>
        </a:defRPr>
      </a:lvl1pPr>
    </p:titleStyle>
    <p:bodyStyle>
      <a:lvl1pPr marL="0" indent="0" algn="l" defTabSz="914355" rtl="0" eaLnBrk="1" latinLnBrk="0" hangingPunct="1">
        <a:lnSpc>
          <a:spcPct val="100000"/>
        </a:lnSpc>
        <a:spcBef>
          <a:spcPts val="0"/>
        </a:spcBef>
        <a:buFont typeface="Arial" panose="020B0604020202020204" pitchFamily="34" charset="0"/>
        <a:buNone/>
        <a:defRPr lang="en-US" sz="1600" kern="1200" spc="2" dirty="0" smtClean="0">
          <a:solidFill>
            <a:srgbClr val="4E84C4"/>
          </a:solidFill>
          <a:latin typeface="Calibri"/>
          <a:ea typeface="+mn-ea"/>
          <a:cs typeface="Calibri"/>
        </a:defRPr>
      </a:lvl1pPr>
      <a:lvl2pPr marL="685766" indent="-228588" algn="l" defTabSz="914355"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2944" indent="-228588" algn="l" defTabSz="914355"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120" indent="-228588" algn="l" defTabSz="914355"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297" indent="-228588" algn="l" defTabSz="914355"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474"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8"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4"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8" algn="l" defTabSz="914355"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772" userDrawn="1">
          <p15:clr>
            <a:srgbClr val="F26B43"/>
          </p15:clr>
        </p15:guide>
        <p15:guide id="2" orient="horz" pos="2852" userDrawn="1">
          <p15:clr>
            <a:srgbClr val="F26B43"/>
          </p15:clr>
        </p15:guide>
        <p15:guide id="3" orient="horz" pos="360" userDrawn="1">
          <p15:clr>
            <a:srgbClr val="F26B43"/>
          </p15:clr>
        </p15:guide>
        <p15:guide id="4" orient="horz" pos="846" userDrawn="1">
          <p15:clr>
            <a:srgbClr val="F26B43"/>
          </p15:clr>
        </p15:guide>
        <p15:guide id="5" pos="180" userDrawn="1">
          <p15:clr>
            <a:srgbClr val="F26B43"/>
          </p15:clr>
        </p15:guide>
        <p15:guide id="6" pos="5580" userDrawn="1">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 name="Title Placeholder 8">
            <a:extLst>
              <a:ext uri="{FF2B5EF4-FFF2-40B4-BE49-F238E27FC236}">
                <a16:creationId xmlns:a16="http://schemas.microsoft.com/office/drawing/2014/main" id="{668164AE-F168-4FCE-AA1F-1E4E8F1F51C5}"/>
              </a:ext>
            </a:extLst>
          </p:cNvPr>
          <p:cNvSpPr>
            <a:spLocks noGrp="1"/>
          </p:cNvSpPr>
          <p:nvPr>
            <p:ph type="title"/>
          </p:nvPr>
        </p:nvSpPr>
        <p:spPr>
          <a:xfrm>
            <a:off x="277814" y="2227764"/>
            <a:ext cx="2650475" cy="686150"/>
          </a:xfrm>
          <a:prstGeom prst="rect">
            <a:avLst/>
          </a:prstGeom>
        </p:spPr>
        <p:txBody>
          <a:bodyPr vert="horz" wrap="square" lIns="0" tIns="12065" rIns="0" bIns="0" rtlCol="0" anchor="ctr">
            <a:spAutoFit/>
          </a:bodyPr>
          <a:lstStyle/>
          <a:p>
            <a:pPr marL="5776" lvl="0">
              <a:spcBef>
                <a:spcPts val="43"/>
              </a:spcBef>
            </a:pPr>
            <a:r>
              <a:rPr lang="en-US"/>
              <a:t>Click to edit Master title style</a:t>
            </a:r>
          </a:p>
        </p:txBody>
      </p:sp>
      <p:sp>
        <p:nvSpPr>
          <p:cNvPr id="5" name="Rectangle 4">
            <a:extLst>
              <a:ext uri="{FF2B5EF4-FFF2-40B4-BE49-F238E27FC236}">
                <a16:creationId xmlns:a16="http://schemas.microsoft.com/office/drawing/2014/main" id="{A16590AA-3667-48B3-87ED-C4A09CDFE164}"/>
              </a:ext>
            </a:extLst>
          </p:cNvPr>
          <p:cNvSpPr/>
          <p:nvPr userDrawn="1"/>
        </p:nvSpPr>
        <p:spPr>
          <a:xfrm>
            <a:off x="70640" y="100727"/>
            <a:ext cx="148437" cy="145788"/>
          </a:xfrm>
          <a:prstGeom prst="rect">
            <a:avLst/>
          </a:prstGeom>
          <a:solidFill>
            <a:srgbClr val="E411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a:p>
        </p:txBody>
      </p:sp>
      <p:cxnSp>
        <p:nvCxnSpPr>
          <p:cNvPr id="7" name="Straight Connector 6">
            <a:extLst>
              <a:ext uri="{FF2B5EF4-FFF2-40B4-BE49-F238E27FC236}">
                <a16:creationId xmlns:a16="http://schemas.microsoft.com/office/drawing/2014/main" id="{A97E1BD5-6100-419D-B8F9-30E03A565220}"/>
              </a:ext>
            </a:extLst>
          </p:cNvPr>
          <p:cNvCxnSpPr>
            <a:cxnSpLocks/>
          </p:cNvCxnSpPr>
          <p:nvPr userDrawn="1"/>
        </p:nvCxnSpPr>
        <p:spPr>
          <a:xfrm>
            <a:off x="91079" y="273502"/>
            <a:ext cx="107556" cy="0"/>
          </a:xfrm>
          <a:prstGeom prst="line">
            <a:avLst/>
          </a:prstGeom>
          <a:ln>
            <a:solidFill>
              <a:srgbClr val="E41165"/>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2A870BF-381A-4DEA-A865-45FBF81D3955}"/>
              </a:ext>
            </a:extLst>
          </p:cNvPr>
          <p:cNvSpPr txBox="1"/>
          <p:nvPr userDrawn="1"/>
        </p:nvSpPr>
        <p:spPr>
          <a:xfrm>
            <a:off x="70640" y="330802"/>
            <a:ext cx="148437" cy="145788"/>
          </a:xfrm>
          <a:prstGeom prst="rect">
            <a:avLst/>
          </a:prstGeom>
          <a:noFill/>
        </p:spPr>
        <p:txBody>
          <a:bodyPr wrap="none" lIns="0" tIns="0" rIns="0" bIns="0" rtlCol="0" anchor="ctr" anchorCtr="0">
            <a:noAutofit/>
          </a:bodyPr>
          <a:lstStyle/>
          <a:p>
            <a:pPr algn="ctr"/>
            <a:endParaRPr lang="en-US" sz="1600">
              <a:solidFill>
                <a:schemeClr val="tx1"/>
              </a:solidFill>
            </a:endParaRPr>
          </a:p>
        </p:txBody>
      </p:sp>
      <p:sp>
        <p:nvSpPr>
          <p:cNvPr id="11" name="Rectangle 10">
            <a:extLst>
              <a:ext uri="{FF2B5EF4-FFF2-40B4-BE49-F238E27FC236}">
                <a16:creationId xmlns:a16="http://schemas.microsoft.com/office/drawing/2014/main" id="{BBF7C01B-D556-417D-9E3D-AB40942B56A1}"/>
              </a:ext>
            </a:extLst>
          </p:cNvPr>
          <p:cNvSpPr/>
          <p:nvPr userDrawn="1"/>
        </p:nvSpPr>
        <p:spPr>
          <a:xfrm>
            <a:off x="37301" y="63763"/>
            <a:ext cx="215112" cy="3956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1"/>
          </a:p>
        </p:txBody>
      </p:sp>
      <p:grpSp>
        <p:nvGrpSpPr>
          <p:cNvPr id="6" name="Group 5">
            <a:extLst>
              <a:ext uri="{FF2B5EF4-FFF2-40B4-BE49-F238E27FC236}">
                <a16:creationId xmlns:a16="http://schemas.microsoft.com/office/drawing/2014/main" id="{D8677D10-508B-EE3D-934F-7011DD0D83B7}"/>
              </a:ext>
            </a:extLst>
          </p:cNvPr>
          <p:cNvGrpSpPr/>
          <p:nvPr userDrawn="1"/>
        </p:nvGrpSpPr>
        <p:grpSpPr>
          <a:xfrm>
            <a:off x="219079" y="120396"/>
            <a:ext cx="8647111" cy="504364"/>
            <a:chOff x="219077" y="132041"/>
            <a:chExt cx="8647111" cy="504364"/>
          </a:xfrm>
        </p:grpSpPr>
        <p:pic>
          <p:nvPicPr>
            <p:cNvPr id="12" name="Graphic 11">
              <a:extLst>
                <a:ext uri="{FF2B5EF4-FFF2-40B4-BE49-F238E27FC236}">
                  <a16:creationId xmlns:a16="http://schemas.microsoft.com/office/drawing/2014/main" id="{3D0F55E0-EDED-EBAC-3CE3-F991D5F3053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t="36534" b="36534"/>
            <a:stretch/>
          </p:blipFill>
          <p:spPr>
            <a:xfrm>
              <a:off x="219077" y="201151"/>
              <a:ext cx="1616067" cy="435254"/>
            </a:xfrm>
            <a:prstGeom prst="rect">
              <a:avLst/>
            </a:prstGeom>
          </p:spPr>
        </p:pic>
        <p:pic>
          <p:nvPicPr>
            <p:cNvPr id="13" name="Picture 12" descr="A white logo on a black background&#10;&#10;Description automatically generated">
              <a:extLst>
                <a:ext uri="{FF2B5EF4-FFF2-40B4-BE49-F238E27FC236}">
                  <a16:creationId xmlns:a16="http://schemas.microsoft.com/office/drawing/2014/main" id="{8B0B5D35-4023-F862-C44D-90425D396093}"/>
                </a:ext>
              </a:extLst>
            </p:cNvPr>
            <p:cNvPicPr>
              <a:picLocks noChangeAspect="1"/>
            </p:cNvPicPr>
            <p:nvPr userDrawn="1"/>
          </p:nvPicPr>
          <p:blipFill rotWithShape="1">
            <a:blip r:embed="rId4">
              <a:biLevel thresh="75000"/>
              <a:extLst>
                <a:ext uri="{BEBA8EAE-BF5A-486C-A8C5-ECC9F3942E4B}">
                  <a14:imgProps xmlns:a14="http://schemas.microsoft.com/office/drawing/2010/main">
                    <a14:imgLayer r:embed="rId5">
                      <a14:imgEffect>
                        <a14:brightnessContrast bright="-40000" contrast="-40000"/>
                      </a14:imgEffect>
                    </a14:imgLayer>
                  </a14:imgProps>
                </a:ext>
                <a:ext uri="{28A0092B-C50C-407E-A947-70E740481C1C}">
                  <a14:useLocalDpi xmlns:a14="http://schemas.microsoft.com/office/drawing/2010/main" val="0"/>
                </a:ext>
              </a:extLst>
            </a:blip>
            <a:srcRect l="22000" t="24814" r="21396" b="24815"/>
            <a:stretch/>
          </p:blipFill>
          <p:spPr>
            <a:xfrm>
              <a:off x="8322775" y="132041"/>
              <a:ext cx="543413" cy="483573"/>
            </a:xfrm>
            <a:prstGeom prst="rect">
              <a:avLst/>
            </a:prstGeom>
          </p:spPr>
        </p:pic>
      </p:grpSp>
    </p:spTree>
    <p:extLst>
      <p:ext uri="{BB962C8B-B14F-4D97-AF65-F5344CB8AC3E}">
        <p14:creationId xmlns:p14="http://schemas.microsoft.com/office/powerpoint/2010/main" val="4179931982"/>
      </p:ext>
    </p:extLst>
  </p:cSld>
  <p:clrMap bg1="lt1" tx1="dk1" bg2="lt2" tx2="dk2" accent1="accent1" accent2="accent2" accent3="accent3" accent4="accent4" accent5="accent5" accent6="accent6" hlink="hlink" folHlink="folHlink"/>
  <p:sldLayoutIdLst>
    <p:sldLayoutId id="2147483868" r:id="rId1"/>
  </p:sldLayoutIdLst>
  <p:hf hdr="0" dt="0"/>
  <p:txStyles>
    <p:titleStyle>
      <a:lvl1pPr algn="l" defTabSz="914355" rtl="0" eaLnBrk="1" latinLnBrk="0" hangingPunct="1">
        <a:lnSpc>
          <a:spcPct val="100000"/>
        </a:lnSpc>
        <a:spcBef>
          <a:spcPct val="0"/>
        </a:spcBef>
        <a:buNone/>
        <a:defRPr lang="en-US" sz="2200" b="0" i="0" kern="0" spc="-5" baseline="0" dirty="0">
          <a:solidFill>
            <a:schemeClr val="tx1"/>
          </a:solidFill>
          <a:latin typeface="+mj-lt"/>
          <a:ea typeface="+mj-ea"/>
          <a:cs typeface="+mj-cs"/>
        </a:defRPr>
      </a:lvl1pPr>
    </p:titleStyle>
    <p:bodyStyle>
      <a:lvl1pPr marL="0" indent="0" algn="l" defTabSz="914355" rtl="0" eaLnBrk="1" latinLnBrk="0" hangingPunct="1">
        <a:lnSpc>
          <a:spcPct val="100000"/>
        </a:lnSpc>
        <a:spcBef>
          <a:spcPts val="0"/>
        </a:spcBef>
        <a:buFont typeface="Arial" panose="020B0604020202020204" pitchFamily="34" charset="0"/>
        <a:buNone/>
        <a:defRPr lang="en-US" sz="1600" kern="1200" spc="2" dirty="0" smtClean="0">
          <a:solidFill>
            <a:srgbClr val="E41165"/>
          </a:solidFill>
          <a:latin typeface="Calibri"/>
          <a:ea typeface="+mn-ea"/>
          <a:cs typeface="Calibri"/>
        </a:defRPr>
      </a:lvl1pPr>
      <a:lvl2pPr marL="685766" indent="-228588" algn="l" defTabSz="914355"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2944" indent="-228588" algn="l" defTabSz="914355"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120" indent="-228588" algn="l" defTabSz="914355"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297" indent="-228588" algn="l" defTabSz="914355"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474"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8"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4"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8" algn="l" defTabSz="914355"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772" userDrawn="1">
          <p15:clr>
            <a:srgbClr val="F26B43"/>
          </p15:clr>
        </p15:guide>
        <p15:guide id="2" orient="horz" pos="2852" userDrawn="1">
          <p15:clr>
            <a:srgbClr val="F26B43"/>
          </p15:clr>
        </p15:guide>
        <p15:guide id="3" orient="horz" pos="360" userDrawn="1">
          <p15:clr>
            <a:srgbClr val="F26B43"/>
          </p15:clr>
        </p15:guide>
        <p15:guide id="4" orient="horz" pos="1620" userDrawn="1">
          <p15:clr>
            <a:srgbClr val="F26B43"/>
          </p15:clr>
        </p15:guide>
        <p15:guide id="5" pos="180" userDrawn="1">
          <p15:clr>
            <a:srgbClr val="F26B43"/>
          </p15:clr>
        </p15:guide>
        <p15:guide id="6" pos="5580" userDrawn="1">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rgbClr val="000000"/>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8216FA1-4A56-46E6-BB77-D6006B7684D3}"/>
              </a:ext>
            </a:extLst>
          </p:cNvPr>
          <p:cNvSpPr/>
          <p:nvPr userDrawn="1"/>
        </p:nvSpPr>
        <p:spPr>
          <a:xfrm>
            <a:off x="70640" y="100727"/>
            <a:ext cx="148437" cy="145788"/>
          </a:xfrm>
          <a:prstGeom prst="rect">
            <a:avLst/>
          </a:prstGeom>
          <a:solidFill>
            <a:srgbClr val="E411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a:p>
        </p:txBody>
      </p:sp>
      <p:cxnSp>
        <p:nvCxnSpPr>
          <p:cNvPr id="12" name="Straight Connector 11">
            <a:extLst>
              <a:ext uri="{FF2B5EF4-FFF2-40B4-BE49-F238E27FC236}">
                <a16:creationId xmlns:a16="http://schemas.microsoft.com/office/drawing/2014/main" id="{47FEFDF6-0C60-43AA-ADD5-901E502E80B5}"/>
              </a:ext>
            </a:extLst>
          </p:cNvPr>
          <p:cNvCxnSpPr>
            <a:cxnSpLocks/>
          </p:cNvCxnSpPr>
          <p:nvPr userDrawn="1"/>
        </p:nvCxnSpPr>
        <p:spPr>
          <a:xfrm>
            <a:off x="91079" y="273502"/>
            <a:ext cx="107556" cy="0"/>
          </a:xfrm>
          <a:prstGeom prst="line">
            <a:avLst/>
          </a:prstGeom>
          <a:ln>
            <a:solidFill>
              <a:srgbClr val="E41165"/>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F938AF1A-EA00-4882-84C6-CBA46A27A7C5}"/>
              </a:ext>
            </a:extLst>
          </p:cNvPr>
          <p:cNvSpPr txBox="1"/>
          <p:nvPr userDrawn="1"/>
        </p:nvSpPr>
        <p:spPr>
          <a:xfrm>
            <a:off x="70640" y="330802"/>
            <a:ext cx="148437" cy="145788"/>
          </a:xfrm>
          <a:prstGeom prst="rect">
            <a:avLst/>
          </a:prstGeom>
          <a:noFill/>
        </p:spPr>
        <p:txBody>
          <a:bodyPr wrap="none" lIns="0" tIns="0" rIns="0" bIns="0" rtlCol="0" anchor="ctr" anchorCtr="0">
            <a:noAutofit/>
          </a:bodyPr>
          <a:lstStyle/>
          <a:p>
            <a:pPr algn="ctr"/>
            <a:endParaRPr lang="en-US" sz="1600">
              <a:solidFill>
                <a:schemeClr val="tx1"/>
              </a:solidFill>
            </a:endParaRPr>
          </a:p>
        </p:txBody>
      </p:sp>
      <p:sp>
        <p:nvSpPr>
          <p:cNvPr id="30" name="Rectangle 29">
            <a:extLst>
              <a:ext uri="{FF2B5EF4-FFF2-40B4-BE49-F238E27FC236}">
                <a16:creationId xmlns:a16="http://schemas.microsoft.com/office/drawing/2014/main" id="{959FF134-DE23-4F75-9D1F-AEB44451BFD7}"/>
              </a:ext>
            </a:extLst>
          </p:cNvPr>
          <p:cNvSpPr/>
          <p:nvPr userDrawn="1"/>
        </p:nvSpPr>
        <p:spPr>
          <a:xfrm>
            <a:off x="37301" y="63763"/>
            <a:ext cx="215112" cy="39566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1"/>
          </a:p>
        </p:txBody>
      </p:sp>
      <p:sp>
        <p:nvSpPr>
          <p:cNvPr id="9" name="Rectangle 8">
            <a:extLst>
              <a:ext uri="{FF2B5EF4-FFF2-40B4-BE49-F238E27FC236}">
                <a16:creationId xmlns:a16="http://schemas.microsoft.com/office/drawing/2014/main" id="{2D4BC39D-DEC7-4FC1-BFC5-98DE92A66721}"/>
              </a:ext>
            </a:extLst>
          </p:cNvPr>
          <p:cNvSpPr/>
          <p:nvPr userDrawn="1"/>
        </p:nvSpPr>
        <p:spPr>
          <a:xfrm>
            <a:off x="292100" y="2395468"/>
            <a:ext cx="2650475" cy="350737"/>
          </a:xfrm>
          <a:prstGeom prst="rect">
            <a:avLst/>
          </a:prstGeom>
        </p:spPr>
        <p:txBody>
          <a:bodyPr vert="horz" wrap="square" lIns="0" tIns="12065" rIns="0" bIns="0" rtlCol="0" anchor="ctr">
            <a:spAutoFit/>
          </a:bodyPr>
          <a:lstStyle/>
          <a:p>
            <a:pPr lvl="0"/>
            <a:r>
              <a:rPr lang="en-US" sz="2200" b="0" kern="0" baseline="0">
                <a:solidFill>
                  <a:schemeClr val="bg1"/>
                </a:solidFill>
                <a:latin typeface="+mj-lt"/>
                <a:ea typeface="+mj-ea"/>
                <a:cs typeface="+mj-cs"/>
              </a:rPr>
              <a:t>Thank you</a:t>
            </a:r>
          </a:p>
        </p:txBody>
      </p:sp>
      <p:sp>
        <p:nvSpPr>
          <p:cNvPr id="10" name="object 5">
            <a:extLst>
              <a:ext uri="{FF2B5EF4-FFF2-40B4-BE49-F238E27FC236}">
                <a16:creationId xmlns:a16="http://schemas.microsoft.com/office/drawing/2014/main" id="{37FEB07C-5878-4697-A42C-CB8DD47499D0}"/>
              </a:ext>
            </a:extLst>
          </p:cNvPr>
          <p:cNvSpPr txBox="1"/>
          <p:nvPr userDrawn="1"/>
        </p:nvSpPr>
        <p:spPr>
          <a:xfrm>
            <a:off x="288869" y="4927600"/>
            <a:ext cx="1902444" cy="107722"/>
          </a:xfrm>
          <a:prstGeom prst="rect">
            <a:avLst/>
          </a:prstGeom>
        </p:spPr>
        <p:txBody>
          <a:bodyPr vert="horz" wrap="none" lIns="0" tIns="0" rIns="0" bIns="0" rtlCol="0">
            <a:spAutoFit/>
          </a:bodyPr>
          <a:lstStyle/>
          <a:p>
            <a:pPr marL="5776">
              <a:lnSpc>
                <a:spcPct val="100000"/>
              </a:lnSpc>
              <a:spcBef>
                <a:spcPts val="45"/>
              </a:spcBef>
            </a:pPr>
            <a:r>
              <a:rPr sz="700" b="0" spc="-2" dirty="0">
                <a:solidFill>
                  <a:schemeClr val="bg1"/>
                </a:solidFill>
                <a:latin typeface="Calibri"/>
                <a:cs typeface="Calibri"/>
              </a:rPr>
              <a:t>Copyright</a:t>
            </a:r>
            <a:r>
              <a:rPr sz="700" b="0" spc="-7" dirty="0">
                <a:solidFill>
                  <a:schemeClr val="bg1"/>
                </a:solidFill>
                <a:latin typeface="Calibri"/>
                <a:cs typeface="Calibri"/>
              </a:rPr>
              <a:t> </a:t>
            </a:r>
            <a:r>
              <a:rPr sz="700" b="0" dirty="0">
                <a:solidFill>
                  <a:schemeClr val="bg1"/>
                </a:solidFill>
                <a:latin typeface="Calibri"/>
                <a:cs typeface="Calibri"/>
              </a:rPr>
              <a:t>©</a:t>
            </a:r>
            <a:r>
              <a:rPr sz="700" b="0" spc="-7" dirty="0">
                <a:solidFill>
                  <a:schemeClr val="bg1"/>
                </a:solidFill>
                <a:latin typeface="Calibri"/>
                <a:cs typeface="Calibri"/>
              </a:rPr>
              <a:t> </a:t>
            </a:r>
            <a:r>
              <a:rPr sz="700" b="0" dirty="0">
                <a:solidFill>
                  <a:schemeClr val="bg1"/>
                </a:solidFill>
                <a:latin typeface="Calibri"/>
                <a:cs typeface="Calibri"/>
              </a:rPr>
              <a:t>202</a:t>
            </a:r>
            <a:r>
              <a:rPr lang="en-IN" sz="700" b="0" dirty="0">
                <a:solidFill>
                  <a:schemeClr val="bg1"/>
                </a:solidFill>
                <a:latin typeface="Calibri"/>
                <a:cs typeface="Calibri"/>
              </a:rPr>
              <a:t>5</a:t>
            </a:r>
            <a:r>
              <a:rPr sz="700" b="0" spc="-2" dirty="0">
                <a:solidFill>
                  <a:schemeClr val="bg1"/>
                </a:solidFill>
                <a:latin typeface="Calibri"/>
                <a:cs typeface="Calibri"/>
              </a:rPr>
              <a:t> Tata</a:t>
            </a:r>
            <a:r>
              <a:rPr sz="700" b="0" spc="-7" dirty="0">
                <a:solidFill>
                  <a:schemeClr val="bg1"/>
                </a:solidFill>
                <a:latin typeface="Calibri"/>
                <a:cs typeface="Calibri"/>
              </a:rPr>
              <a:t> </a:t>
            </a:r>
            <a:r>
              <a:rPr sz="700" b="0" spc="-2" dirty="0">
                <a:solidFill>
                  <a:schemeClr val="bg1"/>
                </a:solidFill>
                <a:latin typeface="Calibri"/>
                <a:cs typeface="Calibri"/>
              </a:rPr>
              <a:t>Consultancy</a:t>
            </a:r>
            <a:r>
              <a:rPr sz="700" b="0" spc="-7" dirty="0">
                <a:solidFill>
                  <a:schemeClr val="bg1"/>
                </a:solidFill>
                <a:latin typeface="Calibri"/>
                <a:cs typeface="Calibri"/>
              </a:rPr>
              <a:t> </a:t>
            </a:r>
            <a:r>
              <a:rPr sz="700" b="0" spc="-2" dirty="0">
                <a:solidFill>
                  <a:schemeClr val="bg1"/>
                </a:solidFill>
                <a:latin typeface="Calibri"/>
                <a:cs typeface="Calibri"/>
              </a:rPr>
              <a:t>Services Limited</a:t>
            </a:r>
            <a:endParaRPr sz="700" b="0" dirty="0">
              <a:solidFill>
                <a:schemeClr val="bg1"/>
              </a:solidFill>
              <a:latin typeface="Calibri"/>
              <a:cs typeface="Calibri"/>
            </a:endParaRPr>
          </a:p>
        </p:txBody>
      </p:sp>
      <p:grpSp>
        <p:nvGrpSpPr>
          <p:cNvPr id="3" name="Group 2">
            <a:extLst>
              <a:ext uri="{FF2B5EF4-FFF2-40B4-BE49-F238E27FC236}">
                <a16:creationId xmlns:a16="http://schemas.microsoft.com/office/drawing/2014/main" id="{45052401-9495-8C4C-0096-71A8EF93FD5B}"/>
              </a:ext>
            </a:extLst>
          </p:cNvPr>
          <p:cNvGrpSpPr/>
          <p:nvPr userDrawn="1"/>
        </p:nvGrpSpPr>
        <p:grpSpPr>
          <a:xfrm>
            <a:off x="219079" y="120396"/>
            <a:ext cx="8647111" cy="504364"/>
            <a:chOff x="219077" y="100726"/>
            <a:chExt cx="8647111" cy="504364"/>
          </a:xfrm>
        </p:grpSpPr>
        <p:pic>
          <p:nvPicPr>
            <p:cNvPr id="4" name="Graphic 3">
              <a:extLst>
                <a:ext uri="{FF2B5EF4-FFF2-40B4-BE49-F238E27FC236}">
                  <a16:creationId xmlns:a16="http://schemas.microsoft.com/office/drawing/2014/main" id="{811211BC-D7D8-7686-BEC6-2AEA11A32C0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t="36534" b="36534"/>
            <a:stretch/>
          </p:blipFill>
          <p:spPr>
            <a:xfrm>
              <a:off x="219077" y="169836"/>
              <a:ext cx="1616067" cy="435254"/>
            </a:xfrm>
            <a:prstGeom prst="rect">
              <a:avLst/>
            </a:prstGeom>
          </p:spPr>
        </p:pic>
        <p:pic>
          <p:nvPicPr>
            <p:cNvPr id="7" name="Picture 6" descr="A white logo on a black background&#10;&#10;Description automatically generated">
              <a:extLst>
                <a:ext uri="{FF2B5EF4-FFF2-40B4-BE49-F238E27FC236}">
                  <a16:creationId xmlns:a16="http://schemas.microsoft.com/office/drawing/2014/main" id="{D5B26A75-9230-DB61-FD33-EF2349FF6ADC}"/>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2000" t="24814" r="21396" b="24815"/>
            <a:stretch/>
          </p:blipFill>
          <p:spPr>
            <a:xfrm>
              <a:off x="8322775" y="100726"/>
              <a:ext cx="543413" cy="483573"/>
            </a:xfrm>
            <a:prstGeom prst="rect">
              <a:avLst/>
            </a:prstGeom>
          </p:spPr>
        </p:pic>
      </p:grpSp>
    </p:spTree>
    <p:extLst>
      <p:ext uri="{BB962C8B-B14F-4D97-AF65-F5344CB8AC3E}">
        <p14:creationId xmlns:p14="http://schemas.microsoft.com/office/powerpoint/2010/main" val="9813343"/>
      </p:ext>
    </p:extLst>
  </p:cSld>
  <p:clrMap bg1="lt1" tx1="dk1" bg2="lt2" tx2="dk2" accent1="accent1" accent2="accent2" accent3="accent3" accent4="accent4" accent5="accent5" accent6="accent6" hlink="hlink" folHlink="folHlink"/>
  <p:sldLayoutIdLst>
    <p:sldLayoutId id="2147483854" r:id="rId1"/>
  </p:sldLayoutIdLst>
  <p:hf hdr="0" dt="0"/>
  <p:txStyles>
    <p:titleStyle>
      <a:lvl1pPr algn="l" defTabSz="914310" rtl="0" eaLnBrk="1" latinLnBrk="0" hangingPunct="1">
        <a:lnSpc>
          <a:spcPct val="90000"/>
        </a:lnSpc>
        <a:spcBef>
          <a:spcPct val="0"/>
        </a:spcBef>
        <a:buNone/>
        <a:defRPr lang="en-US" sz="2200" b="0" kern="0" baseline="0" dirty="0">
          <a:solidFill>
            <a:schemeClr val="bg1"/>
          </a:solidFill>
          <a:latin typeface="+mj-lt"/>
          <a:ea typeface="+mj-ea"/>
          <a:cs typeface="+mj-cs"/>
        </a:defRPr>
      </a:lvl1pPr>
    </p:titleStyle>
    <p:bodyStyle>
      <a:lvl1pPr marL="228576" indent="-228576" algn="l" defTabSz="914310" rtl="0" eaLnBrk="1" latinLnBrk="0" hangingPunct="1">
        <a:lnSpc>
          <a:spcPct val="90000"/>
        </a:lnSpc>
        <a:spcBef>
          <a:spcPts val="1000"/>
        </a:spcBef>
        <a:buClr>
          <a:srgbClr val="E41165"/>
        </a:buClr>
        <a:buFont typeface="Arial" panose="020B0604020202020204" pitchFamily="34" charset="0"/>
        <a:buChar char="•"/>
        <a:defRPr lang="en-US" sz="1200" kern="1200" smtClean="0">
          <a:solidFill>
            <a:schemeClr val="bg1"/>
          </a:solidFill>
          <a:latin typeface="+mn-lt"/>
          <a:ea typeface="+mn-ea"/>
          <a:cs typeface="+mn-cs"/>
        </a:defRPr>
      </a:lvl1pPr>
      <a:lvl2pPr marL="685732" indent="-228576" algn="l" defTabSz="914310" rtl="0" eaLnBrk="1" latinLnBrk="0" hangingPunct="1">
        <a:lnSpc>
          <a:spcPct val="90000"/>
        </a:lnSpc>
        <a:spcBef>
          <a:spcPts val="500"/>
        </a:spcBef>
        <a:buClr>
          <a:srgbClr val="E41165"/>
        </a:buClr>
        <a:buFont typeface="Arial" panose="020B0604020202020204" pitchFamily="34" charset="0"/>
        <a:buChar char="•"/>
        <a:defRPr lang="en-US" sz="1200" kern="1200" dirty="0" smtClean="0">
          <a:solidFill>
            <a:schemeClr val="bg1"/>
          </a:solidFill>
          <a:latin typeface="+mn-lt"/>
          <a:ea typeface="+mn-ea"/>
          <a:cs typeface="+mn-cs"/>
        </a:defRPr>
      </a:lvl2pPr>
      <a:lvl3pPr marL="1142887" indent="-228576" algn="l" defTabSz="914310" rtl="0" eaLnBrk="1" latinLnBrk="0" hangingPunct="1">
        <a:lnSpc>
          <a:spcPct val="90000"/>
        </a:lnSpc>
        <a:spcBef>
          <a:spcPts val="500"/>
        </a:spcBef>
        <a:buFont typeface="Arial" panose="020B0604020202020204" pitchFamily="34" charset="0"/>
        <a:buChar char="•"/>
        <a:defRPr lang="en-US" sz="1200" kern="1200" dirty="0" smtClean="0">
          <a:solidFill>
            <a:schemeClr val="bg1"/>
          </a:solidFill>
          <a:latin typeface="+mn-lt"/>
          <a:ea typeface="+mn-ea"/>
          <a:cs typeface="+mn-cs"/>
        </a:defRPr>
      </a:lvl3pPr>
      <a:lvl4pPr marL="1600040" indent="-228576" algn="l" defTabSz="914310" rtl="0" eaLnBrk="1" latinLnBrk="0" hangingPunct="1">
        <a:lnSpc>
          <a:spcPct val="90000"/>
        </a:lnSpc>
        <a:spcBef>
          <a:spcPts val="500"/>
        </a:spcBef>
        <a:buFont typeface="Arial" panose="020B0604020202020204" pitchFamily="34" charset="0"/>
        <a:buChar char="•"/>
        <a:defRPr lang="en-US" sz="1200" kern="1200" dirty="0" smtClean="0">
          <a:solidFill>
            <a:schemeClr val="bg1"/>
          </a:solidFill>
          <a:latin typeface="+mn-lt"/>
          <a:ea typeface="+mn-ea"/>
          <a:cs typeface="+mn-cs"/>
        </a:defRPr>
      </a:lvl4pPr>
      <a:lvl5pPr marL="2057195" indent="-228576" algn="l" defTabSz="914310" rtl="0" eaLnBrk="1" latinLnBrk="0" hangingPunct="1">
        <a:lnSpc>
          <a:spcPct val="90000"/>
        </a:lnSpc>
        <a:spcBef>
          <a:spcPts val="500"/>
        </a:spcBef>
        <a:buFont typeface="Arial" panose="020B0604020202020204" pitchFamily="34" charset="0"/>
        <a:buChar char="•"/>
        <a:defRPr lang="en-US" sz="1200" kern="1200" dirty="0">
          <a:solidFill>
            <a:schemeClr val="bg1"/>
          </a:solidFill>
          <a:latin typeface="+mn-lt"/>
          <a:ea typeface="+mn-ea"/>
          <a:cs typeface="+mn-cs"/>
        </a:defRPr>
      </a:lvl5pPr>
      <a:lvl6pPr marL="2514348" indent="-228576" algn="l" defTabSz="91431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04" indent="-228576" algn="l" defTabSz="91431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658" indent="-228576" algn="l" defTabSz="91431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812" indent="-228576" algn="l" defTabSz="91431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10" rtl="0" eaLnBrk="1" latinLnBrk="0" hangingPunct="1">
        <a:defRPr sz="1800" kern="1200">
          <a:solidFill>
            <a:schemeClr val="tx1"/>
          </a:solidFill>
          <a:latin typeface="+mn-lt"/>
          <a:ea typeface="+mn-ea"/>
          <a:cs typeface="+mn-cs"/>
        </a:defRPr>
      </a:lvl1pPr>
      <a:lvl2pPr marL="457154" algn="l" defTabSz="914310" rtl="0" eaLnBrk="1" latinLnBrk="0" hangingPunct="1">
        <a:defRPr sz="1800" kern="1200">
          <a:solidFill>
            <a:schemeClr val="tx1"/>
          </a:solidFill>
          <a:latin typeface="+mn-lt"/>
          <a:ea typeface="+mn-ea"/>
          <a:cs typeface="+mn-cs"/>
        </a:defRPr>
      </a:lvl2pPr>
      <a:lvl3pPr marL="914310" algn="l" defTabSz="914310" rtl="0" eaLnBrk="1" latinLnBrk="0" hangingPunct="1">
        <a:defRPr sz="1800" kern="1200">
          <a:solidFill>
            <a:schemeClr val="tx1"/>
          </a:solidFill>
          <a:latin typeface="+mn-lt"/>
          <a:ea typeface="+mn-ea"/>
          <a:cs typeface="+mn-cs"/>
        </a:defRPr>
      </a:lvl3pPr>
      <a:lvl4pPr marL="1371464" algn="l" defTabSz="914310" rtl="0" eaLnBrk="1" latinLnBrk="0" hangingPunct="1">
        <a:defRPr sz="1800" kern="1200">
          <a:solidFill>
            <a:schemeClr val="tx1"/>
          </a:solidFill>
          <a:latin typeface="+mn-lt"/>
          <a:ea typeface="+mn-ea"/>
          <a:cs typeface="+mn-cs"/>
        </a:defRPr>
      </a:lvl4pPr>
      <a:lvl5pPr marL="1828619" algn="l" defTabSz="914310" rtl="0" eaLnBrk="1" latinLnBrk="0" hangingPunct="1">
        <a:defRPr sz="1800" kern="1200">
          <a:solidFill>
            <a:schemeClr val="tx1"/>
          </a:solidFill>
          <a:latin typeface="+mn-lt"/>
          <a:ea typeface="+mn-ea"/>
          <a:cs typeface="+mn-cs"/>
        </a:defRPr>
      </a:lvl5pPr>
      <a:lvl6pPr marL="2285772" algn="l" defTabSz="914310" rtl="0" eaLnBrk="1" latinLnBrk="0" hangingPunct="1">
        <a:defRPr sz="1800" kern="1200">
          <a:solidFill>
            <a:schemeClr val="tx1"/>
          </a:solidFill>
          <a:latin typeface="+mn-lt"/>
          <a:ea typeface="+mn-ea"/>
          <a:cs typeface="+mn-cs"/>
        </a:defRPr>
      </a:lvl6pPr>
      <a:lvl7pPr marL="2742926" algn="l" defTabSz="914310" rtl="0" eaLnBrk="1" latinLnBrk="0" hangingPunct="1">
        <a:defRPr sz="1800" kern="1200">
          <a:solidFill>
            <a:schemeClr val="tx1"/>
          </a:solidFill>
          <a:latin typeface="+mn-lt"/>
          <a:ea typeface="+mn-ea"/>
          <a:cs typeface="+mn-cs"/>
        </a:defRPr>
      </a:lvl7pPr>
      <a:lvl8pPr marL="3200080" algn="l" defTabSz="914310" rtl="0" eaLnBrk="1" latinLnBrk="0" hangingPunct="1">
        <a:defRPr sz="1800" kern="1200">
          <a:solidFill>
            <a:schemeClr val="tx1"/>
          </a:solidFill>
          <a:latin typeface="+mn-lt"/>
          <a:ea typeface="+mn-ea"/>
          <a:cs typeface="+mn-cs"/>
        </a:defRPr>
      </a:lvl8pPr>
      <a:lvl9pPr marL="3657235" algn="l" defTabSz="91431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80" userDrawn="1">
          <p15:clr>
            <a:srgbClr val="F26B43"/>
          </p15:clr>
        </p15:guide>
        <p15:guide id="2" orient="horz" pos="1620" userDrawn="1">
          <p15:clr>
            <a:srgbClr val="F26B43"/>
          </p15:clr>
        </p15:guide>
        <p15:guide id="3" orient="horz" pos="64" userDrawn="1">
          <p15:clr>
            <a:srgbClr val="F26B43"/>
          </p15:clr>
        </p15:guide>
        <p15:guide id="4" orient="horz" pos="360" userDrawn="1">
          <p15:clr>
            <a:srgbClr val="F26B43"/>
          </p15:clr>
        </p15:guide>
        <p15:guide id="5" orient="horz" pos="529" userDrawn="1">
          <p15:clr>
            <a:srgbClr val="F26B43"/>
          </p15:clr>
        </p15:guide>
        <p15:guide id="6" orient="horz" pos="2957" userDrawn="1">
          <p15:clr>
            <a:srgbClr val="F26B43"/>
          </p15:clr>
        </p15:guide>
        <p15:guide id="8" pos="5585" userDrawn="1">
          <p15:clr>
            <a:srgbClr val="F26B43"/>
          </p15:clr>
        </p15:guide>
        <p15:guide id="9" pos="180" userDrawn="1">
          <p15:clr>
            <a:srgbClr val="F26B43"/>
          </p15:clr>
        </p15:guide>
        <p15:guide id="10" orient="horz" pos="3168" userDrawn="1">
          <p15:clr>
            <a:srgbClr val="F26B43"/>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9E663A1-B469-4477-ACD8-AF6930245A32}"/>
              </a:ext>
            </a:extLst>
          </p:cNvPr>
          <p:cNvSpPr/>
          <p:nvPr userDrawn="1"/>
        </p:nvSpPr>
        <p:spPr>
          <a:xfrm>
            <a:off x="292100" y="2395468"/>
            <a:ext cx="2650475" cy="350737"/>
          </a:xfrm>
          <a:prstGeom prst="rect">
            <a:avLst/>
          </a:prstGeom>
        </p:spPr>
        <p:txBody>
          <a:bodyPr vert="horz" wrap="square" lIns="0" tIns="12065" rIns="0" bIns="0" rtlCol="0" anchor="ctr">
            <a:spAutoFit/>
          </a:bodyPr>
          <a:lstStyle/>
          <a:p>
            <a:pPr lvl="0"/>
            <a:r>
              <a:rPr lang="en-US" sz="2200" b="0" kern="0" baseline="0">
                <a:latin typeface="+mj-lt"/>
                <a:ea typeface="+mj-ea"/>
                <a:cs typeface="+mj-cs"/>
              </a:rPr>
              <a:t>Thank you</a:t>
            </a:r>
          </a:p>
        </p:txBody>
      </p:sp>
      <p:sp>
        <p:nvSpPr>
          <p:cNvPr id="7" name="object 5">
            <a:extLst>
              <a:ext uri="{FF2B5EF4-FFF2-40B4-BE49-F238E27FC236}">
                <a16:creationId xmlns:a16="http://schemas.microsoft.com/office/drawing/2014/main" id="{0722452D-299C-4935-8E11-CB749311D789}"/>
              </a:ext>
            </a:extLst>
          </p:cNvPr>
          <p:cNvSpPr txBox="1"/>
          <p:nvPr userDrawn="1"/>
        </p:nvSpPr>
        <p:spPr>
          <a:xfrm>
            <a:off x="288869" y="4927600"/>
            <a:ext cx="1902444" cy="107722"/>
          </a:xfrm>
          <a:prstGeom prst="rect">
            <a:avLst/>
          </a:prstGeom>
        </p:spPr>
        <p:txBody>
          <a:bodyPr vert="horz" wrap="none" lIns="0" tIns="0" rIns="0" bIns="0" rtlCol="0">
            <a:spAutoFit/>
          </a:bodyPr>
          <a:lstStyle/>
          <a:p>
            <a:pPr marL="5776">
              <a:lnSpc>
                <a:spcPct val="100000"/>
              </a:lnSpc>
              <a:spcBef>
                <a:spcPts val="45"/>
              </a:spcBef>
            </a:pPr>
            <a:r>
              <a:rPr sz="700" b="0" spc="-2" dirty="0">
                <a:solidFill>
                  <a:schemeClr val="tx1"/>
                </a:solidFill>
                <a:latin typeface="Calibri"/>
                <a:cs typeface="Calibri"/>
              </a:rPr>
              <a:t>Copyright</a:t>
            </a:r>
            <a:r>
              <a:rPr sz="700" b="0" spc="-7" dirty="0">
                <a:solidFill>
                  <a:schemeClr val="tx1"/>
                </a:solidFill>
                <a:latin typeface="Calibri"/>
                <a:cs typeface="Calibri"/>
              </a:rPr>
              <a:t> </a:t>
            </a:r>
            <a:r>
              <a:rPr sz="700" b="0" dirty="0">
                <a:solidFill>
                  <a:schemeClr val="tx1"/>
                </a:solidFill>
                <a:latin typeface="Calibri"/>
                <a:cs typeface="Calibri"/>
              </a:rPr>
              <a:t>©</a:t>
            </a:r>
            <a:r>
              <a:rPr sz="700" b="0" spc="-7" dirty="0">
                <a:solidFill>
                  <a:schemeClr val="tx1"/>
                </a:solidFill>
                <a:latin typeface="Calibri"/>
                <a:cs typeface="Calibri"/>
              </a:rPr>
              <a:t> </a:t>
            </a:r>
            <a:r>
              <a:rPr sz="700" b="0" dirty="0">
                <a:solidFill>
                  <a:schemeClr val="tx1"/>
                </a:solidFill>
                <a:latin typeface="Calibri"/>
                <a:cs typeface="Calibri"/>
              </a:rPr>
              <a:t>202</a:t>
            </a:r>
            <a:r>
              <a:rPr lang="en-IN" sz="700" b="0" dirty="0">
                <a:solidFill>
                  <a:schemeClr val="tx1"/>
                </a:solidFill>
                <a:latin typeface="Calibri"/>
                <a:cs typeface="Calibri"/>
              </a:rPr>
              <a:t>5</a:t>
            </a:r>
            <a:r>
              <a:rPr sz="700" b="0" spc="-2" dirty="0">
                <a:solidFill>
                  <a:schemeClr val="tx1"/>
                </a:solidFill>
                <a:latin typeface="Calibri"/>
                <a:cs typeface="Calibri"/>
              </a:rPr>
              <a:t> Tata</a:t>
            </a:r>
            <a:r>
              <a:rPr sz="700" b="0" spc="-7" dirty="0">
                <a:solidFill>
                  <a:schemeClr val="tx1"/>
                </a:solidFill>
                <a:latin typeface="Calibri"/>
                <a:cs typeface="Calibri"/>
              </a:rPr>
              <a:t> </a:t>
            </a:r>
            <a:r>
              <a:rPr sz="700" b="0" spc="-2" dirty="0">
                <a:solidFill>
                  <a:schemeClr val="tx1"/>
                </a:solidFill>
                <a:latin typeface="Calibri"/>
                <a:cs typeface="Calibri"/>
              </a:rPr>
              <a:t>Consultancy</a:t>
            </a:r>
            <a:r>
              <a:rPr sz="700" b="0" spc="-7" dirty="0">
                <a:solidFill>
                  <a:schemeClr val="tx1"/>
                </a:solidFill>
                <a:latin typeface="Calibri"/>
                <a:cs typeface="Calibri"/>
              </a:rPr>
              <a:t> </a:t>
            </a:r>
            <a:r>
              <a:rPr sz="700" b="0" spc="-2" dirty="0">
                <a:solidFill>
                  <a:schemeClr val="tx1"/>
                </a:solidFill>
                <a:latin typeface="Calibri"/>
                <a:cs typeface="Calibri"/>
              </a:rPr>
              <a:t>Services Limited</a:t>
            </a:r>
            <a:endParaRPr sz="700" b="0" dirty="0">
              <a:solidFill>
                <a:schemeClr val="tx1"/>
              </a:solidFill>
              <a:latin typeface="Calibri"/>
              <a:cs typeface="Calibri"/>
            </a:endParaRPr>
          </a:p>
        </p:txBody>
      </p:sp>
      <p:sp>
        <p:nvSpPr>
          <p:cNvPr id="9" name="Rectangle 8">
            <a:extLst>
              <a:ext uri="{FF2B5EF4-FFF2-40B4-BE49-F238E27FC236}">
                <a16:creationId xmlns:a16="http://schemas.microsoft.com/office/drawing/2014/main" id="{022E0E5C-42D9-44C3-89C1-D707CE9B147A}"/>
              </a:ext>
            </a:extLst>
          </p:cNvPr>
          <p:cNvSpPr/>
          <p:nvPr userDrawn="1"/>
        </p:nvSpPr>
        <p:spPr>
          <a:xfrm>
            <a:off x="70640" y="100727"/>
            <a:ext cx="148437" cy="145788"/>
          </a:xfrm>
          <a:prstGeom prst="rect">
            <a:avLst/>
          </a:prstGeom>
          <a:solidFill>
            <a:srgbClr val="E411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00"/>
          </a:p>
        </p:txBody>
      </p:sp>
      <p:cxnSp>
        <p:nvCxnSpPr>
          <p:cNvPr id="10" name="Straight Connector 9">
            <a:extLst>
              <a:ext uri="{FF2B5EF4-FFF2-40B4-BE49-F238E27FC236}">
                <a16:creationId xmlns:a16="http://schemas.microsoft.com/office/drawing/2014/main" id="{6831B4C3-D5FA-4A30-BE4D-5CDA923C786E}"/>
              </a:ext>
            </a:extLst>
          </p:cNvPr>
          <p:cNvCxnSpPr>
            <a:cxnSpLocks/>
          </p:cNvCxnSpPr>
          <p:nvPr userDrawn="1"/>
        </p:nvCxnSpPr>
        <p:spPr>
          <a:xfrm>
            <a:off x="91079" y="273502"/>
            <a:ext cx="107556" cy="0"/>
          </a:xfrm>
          <a:prstGeom prst="line">
            <a:avLst/>
          </a:prstGeom>
          <a:ln>
            <a:solidFill>
              <a:srgbClr val="E41165"/>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1F9BF62-AEA7-458C-8360-8B032A2CF622}"/>
              </a:ext>
            </a:extLst>
          </p:cNvPr>
          <p:cNvSpPr txBox="1"/>
          <p:nvPr userDrawn="1"/>
        </p:nvSpPr>
        <p:spPr>
          <a:xfrm>
            <a:off x="70640" y="330802"/>
            <a:ext cx="148437" cy="145788"/>
          </a:xfrm>
          <a:prstGeom prst="rect">
            <a:avLst/>
          </a:prstGeom>
          <a:noFill/>
        </p:spPr>
        <p:txBody>
          <a:bodyPr wrap="none" lIns="0" tIns="0" rIns="0" bIns="0" rtlCol="0" anchor="ctr" anchorCtr="0">
            <a:noAutofit/>
          </a:bodyPr>
          <a:lstStyle/>
          <a:p>
            <a:pPr algn="ctr"/>
            <a:endParaRPr lang="en-US" sz="1600">
              <a:solidFill>
                <a:schemeClr val="tx1"/>
              </a:solidFill>
            </a:endParaRPr>
          </a:p>
        </p:txBody>
      </p:sp>
      <p:sp>
        <p:nvSpPr>
          <p:cNvPr id="12" name="Rectangle 11">
            <a:extLst>
              <a:ext uri="{FF2B5EF4-FFF2-40B4-BE49-F238E27FC236}">
                <a16:creationId xmlns:a16="http://schemas.microsoft.com/office/drawing/2014/main" id="{F0EB9762-CAFF-4D0A-B818-46287453272F}"/>
              </a:ext>
            </a:extLst>
          </p:cNvPr>
          <p:cNvSpPr/>
          <p:nvPr userDrawn="1"/>
        </p:nvSpPr>
        <p:spPr>
          <a:xfrm>
            <a:off x="37301" y="63763"/>
            <a:ext cx="215112" cy="3956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1"/>
          </a:p>
        </p:txBody>
      </p:sp>
      <p:grpSp>
        <p:nvGrpSpPr>
          <p:cNvPr id="2" name="Group 1">
            <a:extLst>
              <a:ext uri="{FF2B5EF4-FFF2-40B4-BE49-F238E27FC236}">
                <a16:creationId xmlns:a16="http://schemas.microsoft.com/office/drawing/2014/main" id="{A605FDF7-5390-3F81-DEF8-714D2F34CCA8}"/>
              </a:ext>
            </a:extLst>
          </p:cNvPr>
          <p:cNvGrpSpPr/>
          <p:nvPr userDrawn="1"/>
        </p:nvGrpSpPr>
        <p:grpSpPr>
          <a:xfrm>
            <a:off x="219079" y="120396"/>
            <a:ext cx="8647111" cy="504364"/>
            <a:chOff x="219077" y="132041"/>
            <a:chExt cx="8647111" cy="504364"/>
          </a:xfrm>
        </p:grpSpPr>
        <p:pic>
          <p:nvPicPr>
            <p:cNvPr id="4" name="Graphic 3">
              <a:extLst>
                <a:ext uri="{FF2B5EF4-FFF2-40B4-BE49-F238E27FC236}">
                  <a16:creationId xmlns:a16="http://schemas.microsoft.com/office/drawing/2014/main" id="{AA217314-B936-1115-7E01-1ECDB5F8A18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t="36534" b="36534"/>
            <a:stretch/>
          </p:blipFill>
          <p:spPr>
            <a:xfrm>
              <a:off x="219077" y="201151"/>
              <a:ext cx="1616067" cy="435254"/>
            </a:xfrm>
            <a:prstGeom prst="rect">
              <a:avLst/>
            </a:prstGeom>
          </p:spPr>
        </p:pic>
        <p:pic>
          <p:nvPicPr>
            <p:cNvPr id="6" name="Picture 5" descr="A white logo on a black background&#10;&#10;Description automatically generated">
              <a:extLst>
                <a:ext uri="{FF2B5EF4-FFF2-40B4-BE49-F238E27FC236}">
                  <a16:creationId xmlns:a16="http://schemas.microsoft.com/office/drawing/2014/main" id="{37900AFE-F55F-6A89-2A06-D08CC657237E}"/>
                </a:ext>
              </a:extLst>
            </p:cNvPr>
            <p:cNvPicPr>
              <a:picLocks noChangeAspect="1"/>
            </p:cNvPicPr>
            <p:nvPr userDrawn="1"/>
          </p:nvPicPr>
          <p:blipFill rotWithShape="1">
            <a:blip r:embed="rId4">
              <a:biLevel thresh="75000"/>
              <a:extLst>
                <a:ext uri="{BEBA8EAE-BF5A-486C-A8C5-ECC9F3942E4B}">
                  <a14:imgProps xmlns:a14="http://schemas.microsoft.com/office/drawing/2010/main">
                    <a14:imgLayer r:embed="rId5">
                      <a14:imgEffect>
                        <a14:brightnessContrast bright="-40000" contrast="-40000"/>
                      </a14:imgEffect>
                    </a14:imgLayer>
                  </a14:imgProps>
                </a:ext>
                <a:ext uri="{28A0092B-C50C-407E-A947-70E740481C1C}">
                  <a14:useLocalDpi xmlns:a14="http://schemas.microsoft.com/office/drawing/2010/main" val="0"/>
                </a:ext>
              </a:extLst>
            </a:blip>
            <a:srcRect l="22000" t="24814" r="21396" b="24815"/>
            <a:stretch/>
          </p:blipFill>
          <p:spPr>
            <a:xfrm>
              <a:off x="8322775" y="132041"/>
              <a:ext cx="543413" cy="483573"/>
            </a:xfrm>
            <a:prstGeom prst="rect">
              <a:avLst/>
            </a:prstGeom>
          </p:spPr>
        </p:pic>
      </p:grpSp>
    </p:spTree>
    <p:extLst>
      <p:ext uri="{BB962C8B-B14F-4D97-AF65-F5344CB8AC3E}">
        <p14:creationId xmlns:p14="http://schemas.microsoft.com/office/powerpoint/2010/main" val="1258999112"/>
      </p:ext>
    </p:extLst>
  </p:cSld>
  <p:clrMap bg1="lt1" tx1="dk1" bg2="lt2" tx2="dk2" accent1="accent1" accent2="accent2" accent3="accent3" accent4="accent4" accent5="accent5" accent6="accent6" hlink="hlink" folHlink="folHlink"/>
  <p:sldLayoutIdLst>
    <p:sldLayoutId id="2147483870" r:id="rId1"/>
  </p:sldLayoutIdLst>
  <p:hf hdr="0" dt="0"/>
  <p:txStyles>
    <p:titleStyle>
      <a:lvl1pPr algn="l" defTabSz="914355" rtl="0" eaLnBrk="1" latinLnBrk="0" hangingPunct="1">
        <a:lnSpc>
          <a:spcPct val="100000"/>
        </a:lnSpc>
        <a:spcBef>
          <a:spcPct val="0"/>
        </a:spcBef>
        <a:buNone/>
        <a:defRPr lang="en-US" sz="2200" b="0" i="0" kern="0" spc="-5" baseline="0" dirty="0">
          <a:solidFill>
            <a:schemeClr val="tx1"/>
          </a:solidFill>
          <a:latin typeface="+mj-lt"/>
          <a:ea typeface="+mj-ea"/>
          <a:cs typeface="+mj-cs"/>
        </a:defRPr>
      </a:lvl1pPr>
    </p:titleStyle>
    <p:bodyStyle>
      <a:lvl1pPr marL="0" indent="0" algn="l" defTabSz="914355" rtl="0" eaLnBrk="1" latinLnBrk="0" hangingPunct="1">
        <a:lnSpc>
          <a:spcPct val="100000"/>
        </a:lnSpc>
        <a:spcBef>
          <a:spcPts val="0"/>
        </a:spcBef>
        <a:buFont typeface="Arial" panose="020B0604020202020204" pitchFamily="34" charset="0"/>
        <a:buNone/>
        <a:defRPr lang="en-US" sz="1600" kern="1200" spc="2" dirty="0" smtClean="0">
          <a:solidFill>
            <a:srgbClr val="E41165"/>
          </a:solidFill>
          <a:latin typeface="Calibri"/>
          <a:ea typeface="+mn-ea"/>
          <a:cs typeface="Calibri"/>
        </a:defRPr>
      </a:lvl1pPr>
      <a:lvl2pPr marL="685766" indent="-228588" algn="l" defTabSz="914355"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2944" indent="-228588" algn="l" defTabSz="914355"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120" indent="-228588" algn="l" defTabSz="914355"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297" indent="-228588" algn="l" defTabSz="914355"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474"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8"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4"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8" algn="l" defTabSz="914355"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772" userDrawn="1">
          <p15:clr>
            <a:srgbClr val="F26B43"/>
          </p15:clr>
        </p15:guide>
        <p15:guide id="2" orient="horz" pos="2852" userDrawn="1">
          <p15:clr>
            <a:srgbClr val="F26B43"/>
          </p15:clr>
        </p15:guide>
        <p15:guide id="3" orient="horz" pos="360" userDrawn="1">
          <p15:clr>
            <a:srgbClr val="F26B43"/>
          </p15:clr>
        </p15:guide>
        <p15:guide id="5" pos="180" userDrawn="1">
          <p15:clr>
            <a:srgbClr val="F26B43"/>
          </p15:clr>
        </p15:guide>
        <p15:guide id="6" pos="5580" userDrawn="1">
          <p15:clr>
            <a:srgbClr val="F26B43"/>
          </p15:clr>
        </p15:guide>
        <p15:guide id="7" orient="horz" pos="162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11.svg"/><Relationship Id="rId4" Type="http://schemas.openxmlformats.org/officeDocument/2006/relationships/image" Target="../media/image10.svg"/></Relationships>
</file>

<file path=ppt/slides/_rels/slide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8.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AD67C488-E2A0-42B2-B4BC-4A1814139A17}"/>
              </a:ext>
            </a:extLst>
          </p:cNvPr>
          <p:cNvSpPr>
            <a:spLocks noGrp="1"/>
          </p:cNvSpPr>
          <p:nvPr>
            <p:ph type="body" sz="quarter" idx="10"/>
          </p:nvPr>
        </p:nvSpPr>
        <p:spPr>
          <a:xfrm>
            <a:off x="195072" y="713191"/>
            <a:ext cx="4835210" cy="232756"/>
          </a:xfrm>
        </p:spPr>
        <p:txBody>
          <a:bodyPr/>
          <a:lstStyle/>
          <a:p>
            <a:r>
              <a:rPr sz="1400" dirty="0"/>
              <a:t>Capstone Project — Generative AI Advanced</a:t>
            </a:r>
            <a:r>
              <a:rPr lang="en-US" sz="1400" dirty="0"/>
              <a:t> |  </a:t>
            </a:r>
            <a:r>
              <a:rPr sz="1400" dirty="0"/>
              <a:t>Healthcare Vertical</a:t>
            </a:r>
          </a:p>
        </p:txBody>
      </p:sp>
      <p:sp>
        <p:nvSpPr>
          <p:cNvPr id="4" name="Text Placeholder 3">
            <a:extLst>
              <a:ext uri="{FF2B5EF4-FFF2-40B4-BE49-F238E27FC236}">
                <a16:creationId xmlns:a16="http://schemas.microsoft.com/office/drawing/2014/main" id="{74E3AF87-CC58-452E-9185-DF759693090F}"/>
              </a:ext>
            </a:extLst>
          </p:cNvPr>
          <p:cNvSpPr>
            <a:spLocks noGrp="1"/>
          </p:cNvSpPr>
          <p:nvPr>
            <p:ph type="body" sz="quarter" idx="11"/>
          </p:nvPr>
        </p:nvSpPr>
        <p:spPr>
          <a:xfrm>
            <a:off x="1894515" y="259522"/>
            <a:ext cx="1109731" cy="248521"/>
          </a:xfrm>
        </p:spPr>
        <p:txBody>
          <a:bodyPr/>
          <a:lstStyle/>
          <a:p>
            <a:r>
              <a:rPr dirty="0"/>
              <a:t>April 12, 2026</a:t>
            </a:r>
          </a:p>
        </p:txBody>
      </p:sp>
      <p:sp>
        <p:nvSpPr>
          <p:cNvPr id="7" name="Text Placeholder 10">
            <a:extLst>
              <a:ext uri="{FF2B5EF4-FFF2-40B4-BE49-F238E27FC236}">
                <a16:creationId xmlns:a16="http://schemas.microsoft.com/office/drawing/2014/main" id="{FD6BC5A7-008C-1564-A8C7-855183E14671}"/>
              </a:ext>
            </a:extLst>
          </p:cNvPr>
          <p:cNvSpPr txBox="1">
            <a:spLocks/>
          </p:cNvSpPr>
          <p:nvPr/>
        </p:nvSpPr>
        <p:spPr>
          <a:xfrm>
            <a:off x="5759639" y="713191"/>
            <a:ext cx="3291839" cy="232756"/>
          </a:xfrm>
          <a:prstGeom prst="rect">
            <a:avLst/>
          </a:prstGeom>
        </p:spPr>
        <p:txBody>
          <a:bodyPr vert="horz" wrap="square" lIns="0" tIns="17145" rIns="0" bIns="0" rtlCol="0">
            <a:spAutoFit/>
          </a:bodyPr>
          <a:lstStyle>
            <a:lvl1pPr marL="0" indent="0" algn="l" defTabSz="914355" rtl="0" eaLnBrk="1" latinLnBrk="0" hangingPunct="1">
              <a:lnSpc>
                <a:spcPct val="100000"/>
              </a:lnSpc>
              <a:spcBef>
                <a:spcPts val="0"/>
              </a:spcBef>
              <a:buFont typeface="Arial" panose="020B0604020202020204" pitchFamily="34" charset="0"/>
              <a:buNone/>
              <a:defRPr lang="en-US" sz="1600" kern="1200" spc="2" dirty="0" smtClean="0">
                <a:solidFill>
                  <a:srgbClr val="4E84C4"/>
                </a:solidFill>
                <a:latin typeface="Calibri"/>
                <a:ea typeface="+mn-ea"/>
                <a:cs typeface="Calibri"/>
              </a:defRPr>
            </a:lvl1pPr>
            <a:lvl2pPr marL="457178" indent="0" algn="l" defTabSz="914355" rtl="0" eaLnBrk="1" latinLnBrk="0" hangingPunct="1">
              <a:lnSpc>
                <a:spcPct val="90000"/>
              </a:lnSpc>
              <a:spcBef>
                <a:spcPts val="500"/>
              </a:spcBef>
              <a:buFont typeface="Arial" panose="020B0604020202020204" pitchFamily="34" charset="0"/>
              <a:buNone/>
              <a:defRPr lang="en-US" sz="2400" kern="1200" dirty="0" smtClean="0">
                <a:solidFill>
                  <a:schemeClr val="bg1"/>
                </a:solidFill>
                <a:latin typeface="+mn-lt"/>
                <a:ea typeface="+mn-ea"/>
                <a:cs typeface="+mn-cs"/>
              </a:defRPr>
            </a:lvl2pPr>
            <a:lvl3pPr marL="1142944" indent="-228588" algn="l" defTabSz="914355" rtl="0" eaLnBrk="1" latinLnBrk="0" hangingPunct="1">
              <a:lnSpc>
                <a:spcPct val="90000"/>
              </a:lnSpc>
              <a:spcBef>
                <a:spcPts val="500"/>
              </a:spcBef>
              <a:buFont typeface="Arial" panose="020B0604020202020204" pitchFamily="34" charset="0"/>
              <a:buChar char="•"/>
              <a:defRPr lang="en-US" sz="2000" kern="1200" dirty="0" smtClean="0">
                <a:solidFill>
                  <a:schemeClr val="bg1"/>
                </a:solidFill>
                <a:latin typeface="+mn-lt"/>
                <a:ea typeface="+mn-ea"/>
                <a:cs typeface="+mn-cs"/>
              </a:defRPr>
            </a:lvl3pPr>
            <a:lvl4pPr marL="1600120" indent="-228588" algn="l" defTabSz="914355" rtl="0" eaLnBrk="1" latinLnBrk="0" hangingPunct="1">
              <a:lnSpc>
                <a:spcPct val="90000"/>
              </a:lnSpc>
              <a:spcBef>
                <a:spcPts val="500"/>
              </a:spcBef>
              <a:buFont typeface="Arial" panose="020B0604020202020204" pitchFamily="34" charset="0"/>
              <a:buChar char="•"/>
              <a:defRPr lang="en-US" sz="1800" kern="1200" dirty="0" smtClean="0">
                <a:solidFill>
                  <a:schemeClr val="bg1"/>
                </a:solidFill>
                <a:latin typeface="+mn-lt"/>
                <a:ea typeface="+mn-ea"/>
                <a:cs typeface="+mn-cs"/>
              </a:defRPr>
            </a:lvl4pPr>
            <a:lvl5pPr marL="2057297" indent="-228588" algn="l" defTabSz="914355" rtl="0" eaLnBrk="1" latinLnBrk="0" hangingPunct="1">
              <a:lnSpc>
                <a:spcPct val="90000"/>
              </a:lnSpc>
              <a:spcBef>
                <a:spcPts val="500"/>
              </a:spcBef>
              <a:buFont typeface="Arial" panose="020B0604020202020204" pitchFamily="34" charset="0"/>
              <a:buChar char="•"/>
              <a:defRPr lang="en-US" sz="1800" kern="1200" dirty="0">
                <a:solidFill>
                  <a:schemeClr val="bg1"/>
                </a:solidFill>
                <a:latin typeface="+mn-lt"/>
                <a:ea typeface="+mn-ea"/>
                <a:cs typeface="+mn-cs"/>
              </a:defRPr>
            </a:lvl5pPr>
            <a:lvl6pPr marL="2514474"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rtl="0" eaLnBrk="1" latinLnBrk="0" hangingPunct="1">
              <a:buNone/>
            </a:pPr>
            <a:r>
              <a:rPr lang="en-US" sz="1400" dirty="0">
                <a:solidFill>
                  <a:srgbClr val="FBB034"/>
                </a:solidFill>
                <a:effectLst/>
                <a:latin typeface="Calibri" panose="020F0502020204030204" pitchFamily="34" charset="0"/>
              </a:rPr>
              <a:t>Saravanan Shanmugam (207681)</a:t>
            </a:r>
            <a:endParaRPr lang="en-US" sz="1400" dirty="0">
              <a:solidFill>
                <a:srgbClr val="FBB034"/>
              </a:solidFill>
            </a:endParaRPr>
          </a:p>
        </p:txBody>
      </p:sp>
      <p:pic>
        <p:nvPicPr>
          <p:cNvPr id="9" name="Picture 8">
            <a:extLst>
              <a:ext uri="{FF2B5EF4-FFF2-40B4-BE49-F238E27FC236}">
                <a16:creationId xmlns:a16="http://schemas.microsoft.com/office/drawing/2014/main" id="{7E9D756B-9C8A-907D-710C-4D246E827879}"/>
              </a:ext>
            </a:extLst>
          </p:cNvPr>
          <p:cNvPicPr>
            <a:picLocks noChangeAspect="1"/>
          </p:cNvPicPr>
          <p:nvPr/>
        </p:nvPicPr>
        <p:blipFill>
          <a:blip r:embed="rId3"/>
          <a:stretch>
            <a:fillRect/>
          </a:stretch>
        </p:blipFill>
        <p:spPr>
          <a:xfrm>
            <a:off x="195072" y="1041367"/>
            <a:ext cx="8856406" cy="4006121"/>
          </a:xfrm>
          <a:prstGeom prst="rect">
            <a:avLst/>
          </a:prstGeom>
        </p:spPr>
      </p:pic>
    </p:spTree>
    <p:extLst>
      <p:ext uri="{BB962C8B-B14F-4D97-AF65-F5344CB8AC3E}">
        <p14:creationId xmlns:p14="http://schemas.microsoft.com/office/powerpoint/2010/main" val="2005753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E7D72-840A-9BD9-622E-42DAFE973E5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DE7483C-C37F-8106-ABC8-6AF4C6D799DC}"/>
              </a:ext>
            </a:extLst>
          </p:cNvPr>
          <p:cNvSpPr>
            <a:spLocks noGrp="1"/>
          </p:cNvSpPr>
          <p:nvPr>
            <p:ph type="title"/>
          </p:nvPr>
        </p:nvSpPr>
        <p:spPr/>
        <p:txBody>
          <a:bodyPr/>
          <a:lstStyle/>
          <a:p>
            <a:r>
              <a:t>Project Overview</a:t>
            </a:r>
          </a:p>
        </p:txBody>
      </p:sp>
      <p:sp>
        <p:nvSpPr>
          <p:cNvPr id="2" name="Footer Placeholder 1">
            <a:extLst>
              <a:ext uri="{FF2B5EF4-FFF2-40B4-BE49-F238E27FC236}">
                <a16:creationId xmlns:a16="http://schemas.microsoft.com/office/drawing/2014/main" id="{5FF426A8-721E-04A6-AA99-8FE0EE1DF37B}"/>
              </a:ext>
            </a:extLst>
          </p:cNvPr>
          <p:cNvSpPr>
            <a:spLocks noGrp="1"/>
          </p:cNvSpPr>
          <p:nvPr>
            <p:ph type="ftr" sz="quarter" idx="11"/>
          </p:nvPr>
        </p:nvSpPr>
        <p:spPr/>
        <p:txBody>
          <a:bodyPr/>
          <a:lstStyle/>
          <a:p>
            <a:r>
              <a:rPr lang="en-US" sz="800"/>
              <a:t>TCS confidential</a:t>
            </a:r>
          </a:p>
        </p:txBody>
      </p:sp>
      <p:sp>
        <p:nvSpPr>
          <p:cNvPr id="3" name="Slide Number Placeholder 2">
            <a:extLst>
              <a:ext uri="{FF2B5EF4-FFF2-40B4-BE49-F238E27FC236}">
                <a16:creationId xmlns:a16="http://schemas.microsoft.com/office/drawing/2014/main" id="{C7AD38D5-33FE-A64D-332F-741454AAFB16}"/>
              </a:ext>
            </a:extLst>
          </p:cNvPr>
          <p:cNvSpPr>
            <a:spLocks noGrp="1"/>
          </p:cNvSpPr>
          <p:nvPr>
            <p:ph type="sldNum" sz="quarter" idx="12"/>
          </p:nvPr>
        </p:nvSpPr>
        <p:spPr/>
        <p:txBody>
          <a:bodyPr/>
          <a:lstStyle/>
          <a:p>
            <a:fld id="{662A0901-ACEF-4BE9-9C8C-C119B421173E}" type="slidenum">
              <a:rPr lang="en-IN" sz="800" smtClean="0"/>
              <a:t>2</a:t>
            </a:fld>
            <a:endParaRPr lang="en-IN" sz="800"/>
          </a:p>
        </p:txBody>
      </p:sp>
      <p:sp>
        <p:nvSpPr>
          <p:cNvPr id="50" name="Shape 50"/>
          <p:cNvSpPr/>
          <p:nvPr/>
        </p:nvSpPr>
        <p:spPr>
          <a:xfrm>
            <a:off x="381000" y="564663"/>
            <a:ext cx="8382000" cy="609600"/>
          </a:xfrm>
          <a:prstGeom prst="roundRect">
            <a:avLst>
              <a:gd name="adj" fmla="val 10000"/>
            </a:avLst>
          </a:prstGeom>
          <a:solidFill>
            <a:srgbClr val="2B5A94"/>
          </a:solidFill>
          <a:ln w="0">
            <a:noFill/>
          </a:ln>
        </p:spPr>
        <p:txBody>
          <a:bodyPr wrap="square" lIns="72000" tIns="54000" rIns="72000" bIns="54000" anchor="ctr"/>
          <a:lstStyle/>
          <a:p>
            <a:pPr algn="l"/>
            <a:r>
              <a:rPr lang="en-US" sz="1200" dirty="0">
                <a:solidFill>
                  <a:srgbClr val="FFFFFF"/>
                </a:solidFill>
              </a:rPr>
              <a:t>PROJECT TITLE</a:t>
            </a:r>
          </a:p>
          <a:p>
            <a:pPr algn="l"/>
            <a:r>
              <a:rPr lang="en-US" sz="1800" b="1" dirty="0">
                <a:solidFill>
                  <a:srgbClr val="FFFFFF"/>
                </a:solidFill>
              </a:rPr>
              <a:t>Health Risk Prediction System</a:t>
            </a:r>
          </a:p>
        </p:txBody>
      </p:sp>
      <p:sp>
        <p:nvSpPr>
          <p:cNvPr id="51" name="Shape 51"/>
          <p:cNvSpPr/>
          <p:nvPr/>
        </p:nvSpPr>
        <p:spPr>
          <a:xfrm>
            <a:off x="381000" y="1377463"/>
            <a:ext cx="2159000" cy="1270000"/>
          </a:xfrm>
          <a:prstGeom prst="roundRect">
            <a:avLst>
              <a:gd name="adj" fmla="val 8000"/>
            </a:avLst>
          </a:prstGeom>
          <a:solidFill>
            <a:srgbClr val="F2F2F2"/>
          </a:solidFill>
          <a:ln w="0">
            <a:noFill/>
          </a:ln>
        </p:spPr>
        <p:txBody>
          <a:bodyPr wrap="square" lIns="72000" tIns="54000" rIns="72000" bIns="54000" anchor="ctr"/>
          <a:lstStyle/>
          <a:p>
            <a:endParaRPr lang="en-US"/>
          </a:p>
        </p:txBody>
      </p:sp>
      <p:sp>
        <p:nvSpPr>
          <p:cNvPr id="52" name="Shape 52"/>
          <p:cNvSpPr/>
          <p:nvPr/>
        </p:nvSpPr>
        <p:spPr>
          <a:xfrm>
            <a:off x="457200" y="1377463"/>
            <a:ext cx="2006600" cy="50800"/>
          </a:xfrm>
          <a:prstGeom prst="rect">
            <a:avLst/>
          </a:prstGeom>
          <a:solidFill>
            <a:srgbClr val="54B948"/>
          </a:solidFill>
          <a:ln w="0">
            <a:noFill/>
          </a:ln>
        </p:spPr>
        <p:txBody>
          <a:bodyPr wrap="square" lIns="72000" tIns="54000" rIns="72000" bIns="54000" anchor="ctr"/>
          <a:lstStyle/>
          <a:p>
            <a:endParaRPr lang="en-US"/>
          </a:p>
        </p:txBody>
      </p:sp>
      <p:sp>
        <p:nvSpPr>
          <p:cNvPr id="53" name="Shape 53"/>
          <p:cNvSpPr/>
          <p:nvPr/>
        </p:nvSpPr>
        <p:spPr>
          <a:xfrm>
            <a:off x="1231900" y="1555263"/>
            <a:ext cx="457200" cy="457200"/>
          </a:xfrm>
          <a:prstGeom prst="ellipse">
            <a:avLst/>
          </a:prstGeom>
          <a:solidFill>
            <a:srgbClr val="3A7D32"/>
          </a:solidFill>
          <a:ln w="0">
            <a:noFill/>
          </a:ln>
        </p:spPr>
        <p:txBody>
          <a:bodyPr wrap="square" lIns="72000" tIns="54000" rIns="72000" bIns="54000" anchor="ctr"/>
          <a:lstStyle/>
          <a:p>
            <a:endParaRPr lang="en-US"/>
          </a:p>
        </p:txBody>
      </p:sp>
      <p:sp>
        <p:nvSpPr>
          <p:cNvPr id="54" name="Shape 54"/>
          <p:cNvSpPr/>
          <p:nvPr/>
        </p:nvSpPr>
        <p:spPr>
          <a:xfrm>
            <a:off x="381000" y="2088663"/>
            <a:ext cx="2159000" cy="203200"/>
          </a:xfrm>
          <a:prstGeom prst="rect">
            <a:avLst/>
          </a:prstGeom>
          <a:noFill/>
          <a:ln w="0">
            <a:noFill/>
          </a:ln>
        </p:spPr>
        <p:txBody>
          <a:bodyPr wrap="square" lIns="72000" tIns="54000" rIns="72000" bIns="54000" anchor="ctr"/>
          <a:lstStyle/>
          <a:p>
            <a:pPr algn="ctr"/>
            <a:r>
              <a:rPr lang="en-US" sz="900" b="1" dirty="0">
                <a:solidFill>
                  <a:srgbClr val="54B948"/>
                </a:solidFill>
              </a:rPr>
              <a:t>DOMAIN</a:t>
            </a:r>
          </a:p>
        </p:txBody>
      </p:sp>
      <p:sp>
        <p:nvSpPr>
          <p:cNvPr id="55" name="Shape 55"/>
          <p:cNvSpPr/>
          <p:nvPr/>
        </p:nvSpPr>
        <p:spPr>
          <a:xfrm>
            <a:off x="381000" y="2291863"/>
            <a:ext cx="2159000" cy="304800"/>
          </a:xfrm>
          <a:prstGeom prst="rect">
            <a:avLst/>
          </a:prstGeom>
          <a:noFill/>
          <a:ln w="0">
            <a:noFill/>
          </a:ln>
        </p:spPr>
        <p:txBody>
          <a:bodyPr wrap="square" lIns="72000" tIns="54000" rIns="72000" bIns="54000" anchor="ctr"/>
          <a:lstStyle/>
          <a:p>
            <a:pPr algn="ctr"/>
            <a:r>
              <a:rPr lang="en-US" sz="1400" b="1" dirty="0">
                <a:solidFill>
                  <a:srgbClr val="1E2323"/>
                </a:solidFill>
              </a:rPr>
              <a:t>Healthcare</a:t>
            </a:r>
          </a:p>
        </p:txBody>
      </p:sp>
      <p:sp>
        <p:nvSpPr>
          <p:cNvPr id="56" name="Shape 56"/>
          <p:cNvSpPr/>
          <p:nvPr/>
        </p:nvSpPr>
        <p:spPr>
          <a:xfrm>
            <a:off x="2743200" y="1377463"/>
            <a:ext cx="2413000" cy="1270000"/>
          </a:xfrm>
          <a:prstGeom prst="roundRect">
            <a:avLst>
              <a:gd name="adj" fmla="val 8000"/>
            </a:avLst>
          </a:prstGeom>
          <a:solidFill>
            <a:srgbClr val="F2F2F2"/>
          </a:solidFill>
          <a:ln w="0">
            <a:noFill/>
          </a:ln>
        </p:spPr>
        <p:txBody>
          <a:bodyPr wrap="square" lIns="72000" tIns="54000" rIns="72000" bIns="54000" anchor="ctr"/>
          <a:lstStyle/>
          <a:p>
            <a:endParaRPr lang="en-US"/>
          </a:p>
        </p:txBody>
      </p:sp>
      <p:sp>
        <p:nvSpPr>
          <p:cNvPr id="57" name="Shape 57"/>
          <p:cNvSpPr/>
          <p:nvPr/>
        </p:nvSpPr>
        <p:spPr>
          <a:xfrm>
            <a:off x="2819400" y="1377463"/>
            <a:ext cx="2260600" cy="50800"/>
          </a:xfrm>
          <a:prstGeom prst="rect">
            <a:avLst/>
          </a:prstGeom>
          <a:solidFill>
            <a:srgbClr val="4E84C4"/>
          </a:solidFill>
          <a:ln w="0">
            <a:noFill/>
          </a:ln>
        </p:spPr>
        <p:txBody>
          <a:bodyPr wrap="square" lIns="72000" tIns="54000" rIns="72000" bIns="54000" anchor="ctr"/>
          <a:lstStyle/>
          <a:p>
            <a:endParaRPr lang="en-US"/>
          </a:p>
        </p:txBody>
      </p:sp>
      <p:sp>
        <p:nvSpPr>
          <p:cNvPr id="58" name="Shape 58"/>
          <p:cNvSpPr/>
          <p:nvPr/>
        </p:nvSpPr>
        <p:spPr>
          <a:xfrm>
            <a:off x="3721100" y="1555263"/>
            <a:ext cx="457200" cy="457200"/>
          </a:xfrm>
          <a:prstGeom prst="ellipse">
            <a:avLst/>
          </a:prstGeom>
          <a:solidFill>
            <a:srgbClr val="2B5A94"/>
          </a:solidFill>
          <a:ln w="0">
            <a:noFill/>
          </a:ln>
        </p:spPr>
        <p:txBody>
          <a:bodyPr wrap="square" lIns="72000" tIns="54000" rIns="72000" bIns="54000" anchor="ctr"/>
          <a:lstStyle/>
          <a:p>
            <a:endParaRPr lang="en-US"/>
          </a:p>
        </p:txBody>
      </p:sp>
      <p:sp>
        <p:nvSpPr>
          <p:cNvPr id="59" name="Shape 59"/>
          <p:cNvSpPr/>
          <p:nvPr/>
        </p:nvSpPr>
        <p:spPr>
          <a:xfrm>
            <a:off x="2743200" y="2088663"/>
            <a:ext cx="2413000" cy="203200"/>
          </a:xfrm>
          <a:prstGeom prst="rect">
            <a:avLst/>
          </a:prstGeom>
          <a:noFill/>
          <a:ln w="0">
            <a:noFill/>
          </a:ln>
        </p:spPr>
        <p:txBody>
          <a:bodyPr wrap="square" lIns="72000" tIns="54000" rIns="72000" bIns="54000" anchor="ctr"/>
          <a:lstStyle/>
          <a:p>
            <a:pPr algn="ctr"/>
            <a:r>
              <a:rPr lang="en-US" sz="900" b="1" dirty="0">
                <a:solidFill>
                  <a:srgbClr val="4E84C4"/>
                </a:solidFill>
              </a:rPr>
              <a:t>TEAM MEMBER</a:t>
            </a:r>
          </a:p>
        </p:txBody>
      </p:sp>
      <p:sp>
        <p:nvSpPr>
          <p:cNvPr id="60" name="Shape 60"/>
          <p:cNvSpPr/>
          <p:nvPr/>
        </p:nvSpPr>
        <p:spPr>
          <a:xfrm>
            <a:off x="2743200" y="2291863"/>
            <a:ext cx="2413000" cy="304800"/>
          </a:xfrm>
          <a:prstGeom prst="rect">
            <a:avLst/>
          </a:prstGeom>
          <a:noFill/>
          <a:ln w="0">
            <a:noFill/>
          </a:ln>
        </p:spPr>
        <p:txBody>
          <a:bodyPr wrap="square" lIns="72000" tIns="54000" rIns="72000" bIns="54000" anchor="ctr"/>
          <a:lstStyle/>
          <a:p>
            <a:pPr algn="ctr"/>
            <a:r>
              <a:rPr lang="en-US" sz="1200" b="1" dirty="0">
                <a:solidFill>
                  <a:srgbClr val="1E2323"/>
                </a:solidFill>
              </a:rPr>
              <a:t>Saravanan Shanmugam</a:t>
            </a:r>
          </a:p>
          <a:p>
            <a:pPr algn="ctr"/>
            <a:r>
              <a:rPr lang="en-US" sz="1000" dirty="0">
                <a:solidFill>
                  <a:srgbClr val="595959"/>
                </a:solidFill>
              </a:rPr>
              <a:t>Emp ID: 207681</a:t>
            </a:r>
          </a:p>
        </p:txBody>
      </p:sp>
      <p:sp>
        <p:nvSpPr>
          <p:cNvPr id="61" name="Shape 61"/>
          <p:cNvSpPr/>
          <p:nvPr/>
        </p:nvSpPr>
        <p:spPr>
          <a:xfrm>
            <a:off x="5343358" y="1397735"/>
            <a:ext cx="3403600" cy="1270000"/>
          </a:xfrm>
          <a:prstGeom prst="roundRect">
            <a:avLst>
              <a:gd name="adj" fmla="val 8000"/>
            </a:avLst>
          </a:prstGeom>
          <a:solidFill>
            <a:srgbClr val="F2F2F2"/>
          </a:solidFill>
          <a:ln w="0">
            <a:noFill/>
          </a:ln>
        </p:spPr>
        <p:txBody>
          <a:bodyPr wrap="square" lIns="72000" tIns="54000" rIns="72000" bIns="54000" anchor="ctr"/>
          <a:lstStyle/>
          <a:p>
            <a:endParaRPr lang="en-US"/>
          </a:p>
        </p:txBody>
      </p:sp>
      <p:sp>
        <p:nvSpPr>
          <p:cNvPr id="62" name="Shape 62"/>
          <p:cNvSpPr/>
          <p:nvPr/>
        </p:nvSpPr>
        <p:spPr>
          <a:xfrm>
            <a:off x="5419558" y="1409547"/>
            <a:ext cx="3251200" cy="50800"/>
          </a:xfrm>
          <a:prstGeom prst="rect">
            <a:avLst/>
          </a:prstGeom>
          <a:solidFill>
            <a:srgbClr val="EF4135"/>
          </a:solidFill>
          <a:ln w="0">
            <a:noFill/>
          </a:ln>
        </p:spPr>
        <p:txBody>
          <a:bodyPr wrap="square" lIns="72000" tIns="54000" rIns="72000" bIns="54000" anchor="ctr"/>
          <a:lstStyle/>
          <a:p>
            <a:endParaRPr lang="en-US"/>
          </a:p>
        </p:txBody>
      </p:sp>
      <p:sp>
        <p:nvSpPr>
          <p:cNvPr id="63" name="Shape 63"/>
          <p:cNvSpPr/>
          <p:nvPr/>
        </p:nvSpPr>
        <p:spPr>
          <a:xfrm>
            <a:off x="6816558" y="1486635"/>
            <a:ext cx="457200" cy="457200"/>
          </a:xfrm>
          <a:prstGeom prst="ellipse">
            <a:avLst/>
          </a:prstGeom>
          <a:solidFill>
            <a:srgbClr val="B22A20"/>
          </a:solidFill>
          <a:ln w="0">
            <a:noFill/>
          </a:ln>
        </p:spPr>
        <p:txBody>
          <a:bodyPr wrap="square" lIns="72000" tIns="54000" rIns="72000" bIns="54000" anchor="ctr"/>
          <a:lstStyle/>
          <a:p>
            <a:endParaRPr lang="en-US"/>
          </a:p>
        </p:txBody>
      </p:sp>
      <p:sp>
        <p:nvSpPr>
          <p:cNvPr id="64" name="Shape 64"/>
          <p:cNvSpPr/>
          <p:nvPr/>
        </p:nvSpPr>
        <p:spPr>
          <a:xfrm>
            <a:off x="5343358" y="2080642"/>
            <a:ext cx="3403600" cy="203200"/>
          </a:xfrm>
          <a:prstGeom prst="rect">
            <a:avLst/>
          </a:prstGeom>
          <a:noFill/>
          <a:ln w="0">
            <a:noFill/>
          </a:ln>
        </p:spPr>
        <p:txBody>
          <a:bodyPr wrap="square" lIns="72000" tIns="54000" rIns="72000" bIns="54000" anchor="ctr"/>
          <a:lstStyle/>
          <a:p>
            <a:pPr algn="ctr"/>
            <a:r>
              <a:rPr lang="en-US" sz="900" b="1" dirty="0">
                <a:solidFill>
                  <a:srgbClr val="EF4135"/>
                </a:solidFill>
              </a:rPr>
              <a:t>GOAL</a:t>
            </a:r>
          </a:p>
        </p:txBody>
      </p:sp>
      <p:sp>
        <p:nvSpPr>
          <p:cNvPr id="65" name="Shape 65"/>
          <p:cNvSpPr/>
          <p:nvPr/>
        </p:nvSpPr>
        <p:spPr>
          <a:xfrm>
            <a:off x="5444958" y="2210535"/>
            <a:ext cx="3200400" cy="330200"/>
          </a:xfrm>
          <a:prstGeom prst="rect">
            <a:avLst/>
          </a:prstGeom>
          <a:noFill/>
          <a:ln w="0">
            <a:noFill/>
          </a:ln>
        </p:spPr>
        <p:txBody>
          <a:bodyPr wrap="square" lIns="72000" tIns="54000" rIns="72000" bIns="54000" anchor="ctr"/>
          <a:lstStyle/>
          <a:p>
            <a:pPr algn="ctr"/>
            <a:r>
              <a:rPr lang="en-US" sz="1000" dirty="0">
                <a:solidFill>
                  <a:srgbClr val="1E2323"/>
                </a:solidFill>
              </a:rPr>
              <a:t>Predict patient health risk levels using</a:t>
            </a:r>
          </a:p>
          <a:p>
            <a:pPr algn="ctr"/>
            <a:r>
              <a:rPr lang="en-US" sz="1000" dirty="0">
                <a:solidFill>
                  <a:srgbClr val="1E2323"/>
                </a:solidFill>
              </a:rPr>
              <a:t>embeddings, RAG &amp; Llama 3.1</a:t>
            </a:r>
          </a:p>
        </p:txBody>
      </p:sp>
      <p:sp>
        <p:nvSpPr>
          <p:cNvPr id="66" name="Shape 66"/>
          <p:cNvSpPr/>
          <p:nvPr/>
        </p:nvSpPr>
        <p:spPr>
          <a:xfrm>
            <a:off x="381000" y="2850663"/>
            <a:ext cx="8382000" cy="1651000"/>
          </a:xfrm>
          <a:prstGeom prst="roundRect">
            <a:avLst>
              <a:gd name="adj" fmla="val 6000"/>
            </a:avLst>
          </a:prstGeom>
          <a:solidFill>
            <a:srgbClr val="F9F9F9"/>
          </a:solidFill>
          <a:ln w="12700">
            <a:solidFill>
              <a:srgbClr val="4E84C4"/>
            </a:solidFill>
          </a:ln>
        </p:spPr>
        <p:txBody>
          <a:bodyPr wrap="square" lIns="72000" tIns="54000" rIns="72000" bIns="54000" anchor="ctr"/>
          <a:lstStyle/>
          <a:p>
            <a:endParaRPr lang="en-US"/>
          </a:p>
        </p:txBody>
      </p:sp>
      <p:sp>
        <p:nvSpPr>
          <p:cNvPr id="67" name="Shape 67"/>
          <p:cNvSpPr/>
          <p:nvPr/>
        </p:nvSpPr>
        <p:spPr>
          <a:xfrm>
            <a:off x="381000" y="2850663"/>
            <a:ext cx="63500" cy="1651000"/>
          </a:xfrm>
          <a:prstGeom prst="rect">
            <a:avLst/>
          </a:prstGeom>
          <a:solidFill>
            <a:srgbClr val="4E84C4"/>
          </a:solidFill>
          <a:ln w="0">
            <a:noFill/>
          </a:ln>
        </p:spPr>
        <p:txBody>
          <a:bodyPr wrap="square" lIns="72000" tIns="54000" rIns="72000" bIns="54000" anchor="ctr"/>
          <a:lstStyle/>
          <a:p>
            <a:endParaRPr lang="en-US"/>
          </a:p>
        </p:txBody>
      </p:sp>
      <p:sp>
        <p:nvSpPr>
          <p:cNvPr id="68" name="Shape 68"/>
          <p:cNvSpPr/>
          <p:nvPr/>
        </p:nvSpPr>
        <p:spPr>
          <a:xfrm>
            <a:off x="635000" y="2952263"/>
            <a:ext cx="7874000" cy="1447800"/>
          </a:xfrm>
          <a:prstGeom prst="rect">
            <a:avLst/>
          </a:prstGeom>
          <a:noFill/>
          <a:ln w="0">
            <a:noFill/>
          </a:ln>
        </p:spPr>
        <p:txBody>
          <a:bodyPr wrap="square" lIns="72000" tIns="54000" rIns="72000" bIns="54000" anchor="ctr"/>
          <a:lstStyle/>
          <a:p>
            <a:pPr algn="l">
              <a:spcAft>
                <a:spcPts val="400"/>
              </a:spcAft>
              <a:buNone/>
            </a:pPr>
            <a:r>
              <a:rPr lang="en-US" sz="1600" b="1" dirty="0">
                <a:solidFill>
                  <a:srgbClr val="2B5A94"/>
                </a:solidFill>
              </a:rPr>
              <a:t>Project Goal</a:t>
            </a:r>
          </a:p>
          <a:p>
            <a:pPr algn="l">
              <a:lnSpc>
                <a:spcPts val="1800"/>
              </a:lnSpc>
              <a:buNone/>
            </a:pPr>
            <a:r>
              <a:rPr lang="en-US" sz="1400" dirty="0">
                <a:solidFill>
                  <a:srgbClr val="333333"/>
                </a:solidFill>
              </a:rPr>
              <a:t>Predict patient health risk levels using embeddings, RAG, and Llama 3.1, and generate plain-language risk summaries for underwriters and clinical operations teams.</a:t>
            </a:r>
          </a:p>
          <a:p>
            <a:pPr algn="l">
              <a:lnSpc>
                <a:spcPts val="1800"/>
              </a:lnSpc>
              <a:spcBef>
                <a:spcPts val="500"/>
              </a:spcBef>
              <a:buNone/>
            </a:pPr>
            <a:r>
              <a:rPr lang="en-US" sz="1200" dirty="0">
                <a:solidFill>
                  <a:srgbClr val="595959"/>
                </a:solidFill>
              </a:rPr>
              <a:t>Combines structured patient data with unstructured clinical notes into a unified AI pipeline — enabling early detection of silent risk profiles that traditional rule-based systems miss.</a:t>
            </a:r>
          </a:p>
        </p:txBody>
      </p:sp>
      <p:pic>
        <p:nvPicPr>
          <p:cNvPr id="69" name="Graphic 69" descr="Healthcare domain icon"/>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31900" y="1555263"/>
            <a:ext cx="457200" cy="457200"/>
          </a:xfrm>
          <a:prstGeom prst="rect">
            <a:avLst/>
          </a:prstGeom>
        </p:spPr>
      </p:pic>
      <p:pic>
        <p:nvPicPr>
          <p:cNvPr id="70" name="Graphic 70" descr="Goal target icon"/>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816558" y="1486635"/>
            <a:ext cx="457200" cy="457200"/>
          </a:xfrm>
          <a:prstGeom prst="rect">
            <a:avLst/>
          </a:prstGeom>
        </p:spPr>
      </p:pic>
      <p:pic>
        <p:nvPicPr>
          <p:cNvPr id="71" name="Graphic 71" descr="Team member icon"/>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721100" y="1567963"/>
            <a:ext cx="457200" cy="457200"/>
          </a:xfrm>
          <a:prstGeom prst="rect">
            <a:avLst/>
          </a:prstGeom>
        </p:spPr>
      </p:pic>
    </p:spTree>
    <p:extLst>
      <p:ext uri="{BB962C8B-B14F-4D97-AF65-F5344CB8AC3E}">
        <p14:creationId xmlns:p14="http://schemas.microsoft.com/office/powerpoint/2010/main" val="27986016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451AC-927E-7C78-246F-7C6A74297BFE}"/>
              </a:ext>
            </a:extLst>
          </p:cNvPr>
          <p:cNvSpPr>
            <a:spLocks noGrp="1"/>
          </p:cNvSpPr>
          <p:nvPr>
            <p:ph type="title"/>
          </p:nvPr>
        </p:nvSpPr>
        <p:spPr/>
        <p:txBody>
          <a:bodyPr/>
          <a:lstStyle/>
          <a:p>
            <a:r>
              <a:t>Business Problem &amp; Motivation</a:t>
            </a:r>
          </a:p>
        </p:txBody>
      </p:sp>
      <p:sp>
        <p:nvSpPr>
          <p:cNvPr id="3" name="Footer Placeholder 2">
            <a:extLst>
              <a:ext uri="{FF2B5EF4-FFF2-40B4-BE49-F238E27FC236}">
                <a16:creationId xmlns:a16="http://schemas.microsoft.com/office/drawing/2014/main" id="{2CF471BD-A1D9-CBA3-B08A-7D8E13163744}"/>
              </a:ext>
            </a:extLst>
          </p:cNvPr>
          <p:cNvSpPr>
            <a:spLocks noGrp="1"/>
          </p:cNvSpPr>
          <p:nvPr>
            <p:ph type="ftr" sz="quarter" idx="11"/>
          </p:nvPr>
        </p:nvSpPr>
        <p:spPr>
          <a:xfrm>
            <a:off x="4581524" y="4895704"/>
            <a:ext cx="1876425" cy="127170"/>
          </a:xfrm>
        </p:spPr>
        <p:txBody>
          <a:bodyPr/>
          <a:lstStyle/>
          <a:p>
            <a:r>
              <a:rPr lang="en-IN" sz="800"/>
              <a:t>TCS confidential</a:t>
            </a:r>
          </a:p>
        </p:txBody>
      </p:sp>
      <p:sp>
        <p:nvSpPr>
          <p:cNvPr id="4" name="Slide Number Placeholder 3">
            <a:extLst>
              <a:ext uri="{FF2B5EF4-FFF2-40B4-BE49-F238E27FC236}">
                <a16:creationId xmlns:a16="http://schemas.microsoft.com/office/drawing/2014/main" id="{AC2A50DA-62C0-F88E-F57F-FB0D99DB514A}"/>
              </a:ext>
            </a:extLst>
          </p:cNvPr>
          <p:cNvSpPr>
            <a:spLocks noGrp="1"/>
          </p:cNvSpPr>
          <p:nvPr>
            <p:ph type="sldNum" sz="quarter" idx="12"/>
          </p:nvPr>
        </p:nvSpPr>
        <p:spPr>
          <a:xfrm>
            <a:off x="4299348" y="4895704"/>
            <a:ext cx="300588" cy="127170"/>
          </a:xfrm>
        </p:spPr>
        <p:txBody>
          <a:bodyPr/>
          <a:lstStyle/>
          <a:p>
            <a:fld id="{662A0901-ACEF-4BE9-9C8C-C119B421173E}" type="slidenum">
              <a:rPr lang="en-IN" sz="800" smtClean="0"/>
              <a:t>3</a:t>
            </a:fld>
            <a:endParaRPr lang="en-IN" sz="800"/>
          </a:p>
        </p:txBody>
      </p:sp>
      <p:sp>
        <p:nvSpPr>
          <p:cNvPr id="80" name="Shape 80"/>
          <p:cNvSpPr/>
          <p:nvPr/>
        </p:nvSpPr>
        <p:spPr>
          <a:xfrm>
            <a:off x="355600" y="586155"/>
            <a:ext cx="4127500" cy="1879600"/>
          </a:xfrm>
          <a:prstGeom prst="roundRect">
            <a:avLst>
              <a:gd name="adj" fmla="val 6000"/>
            </a:avLst>
          </a:prstGeom>
          <a:solidFill>
            <a:srgbClr val="F5F5F5"/>
          </a:solidFill>
          <a:ln w="0">
            <a:noFill/>
          </a:ln>
        </p:spPr>
        <p:txBody>
          <a:bodyPr wrap="square" lIns="72000" tIns="54000" rIns="72000" bIns="54000" anchor="t"/>
          <a:lstStyle/>
          <a:p>
            <a:endParaRPr lang="en-US" sz="1000"/>
          </a:p>
        </p:txBody>
      </p:sp>
      <p:sp>
        <p:nvSpPr>
          <p:cNvPr id="81" name="Shape 81"/>
          <p:cNvSpPr/>
          <p:nvPr/>
        </p:nvSpPr>
        <p:spPr>
          <a:xfrm>
            <a:off x="355600" y="662355"/>
            <a:ext cx="63500" cy="1727200"/>
          </a:xfrm>
          <a:prstGeom prst="rect">
            <a:avLst/>
          </a:prstGeom>
          <a:solidFill>
            <a:srgbClr val="2B5A94"/>
          </a:solidFill>
          <a:ln w="0">
            <a:noFill/>
          </a:ln>
        </p:spPr>
        <p:txBody>
          <a:bodyPr wrap="square" lIns="72000" tIns="54000" rIns="72000" bIns="54000" anchor="t"/>
          <a:lstStyle/>
          <a:p>
            <a:endParaRPr lang="en-US" sz="1000"/>
          </a:p>
        </p:txBody>
      </p:sp>
      <p:sp>
        <p:nvSpPr>
          <p:cNvPr id="82" name="Shape 82"/>
          <p:cNvSpPr/>
          <p:nvPr/>
        </p:nvSpPr>
        <p:spPr>
          <a:xfrm>
            <a:off x="558800" y="763955"/>
            <a:ext cx="431800" cy="431800"/>
          </a:xfrm>
          <a:prstGeom prst="ellipse">
            <a:avLst/>
          </a:prstGeom>
          <a:solidFill>
            <a:srgbClr val="2B5A94"/>
          </a:solidFill>
          <a:ln w="0">
            <a:noFill/>
          </a:ln>
        </p:spPr>
        <p:txBody>
          <a:bodyPr wrap="square" lIns="72000" tIns="54000" rIns="72000" bIns="54000" anchor="ctr"/>
          <a:lstStyle/>
          <a:p>
            <a:endParaRPr lang="en-US" sz="1000"/>
          </a:p>
        </p:txBody>
      </p:sp>
      <p:sp>
        <p:nvSpPr>
          <p:cNvPr id="83" name="Shape 83"/>
          <p:cNvSpPr/>
          <p:nvPr/>
        </p:nvSpPr>
        <p:spPr>
          <a:xfrm>
            <a:off x="1092200" y="763955"/>
            <a:ext cx="3187700" cy="254000"/>
          </a:xfrm>
          <a:prstGeom prst="rect">
            <a:avLst/>
          </a:prstGeom>
          <a:noFill/>
          <a:ln w="0">
            <a:noFill/>
          </a:ln>
        </p:spPr>
        <p:txBody>
          <a:bodyPr wrap="square" lIns="72000" tIns="54000" rIns="72000" bIns="54000" anchor="ctr"/>
          <a:lstStyle/>
          <a:p>
            <a:pPr algn="l"/>
            <a:r>
              <a:rPr lang="en-US" sz="1800" b="1" dirty="0">
                <a:solidFill>
                  <a:srgbClr val="2B5A94"/>
                </a:solidFill>
              </a:rPr>
              <a:t>Business Context</a:t>
            </a:r>
          </a:p>
        </p:txBody>
      </p:sp>
      <p:sp>
        <p:nvSpPr>
          <p:cNvPr id="84" name="Shape 84"/>
          <p:cNvSpPr/>
          <p:nvPr/>
        </p:nvSpPr>
        <p:spPr>
          <a:xfrm>
            <a:off x="558800" y="1246555"/>
            <a:ext cx="3721100" cy="12700"/>
          </a:xfrm>
          <a:prstGeom prst="rect">
            <a:avLst/>
          </a:prstGeom>
          <a:solidFill>
            <a:srgbClr val="2B5A94"/>
          </a:solidFill>
          <a:ln w="0">
            <a:noFill/>
          </a:ln>
        </p:spPr>
        <p:txBody>
          <a:bodyPr wrap="square" lIns="72000" tIns="54000" rIns="72000" bIns="54000" anchor="t"/>
          <a:lstStyle/>
          <a:p>
            <a:endParaRPr lang="en-US" sz="1000"/>
          </a:p>
        </p:txBody>
      </p:sp>
      <p:sp>
        <p:nvSpPr>
          <p:cNvPr id="85" name="Shape 85"/>
          <p:cNvSpPr/>
          <p:nvPr/>
        </p:nvSpPr>
        <p:spPr>
          <a:xfrm>
            <a:off x="558800" y="1322755"/>
            <a:ext cx="3721100" cy="1041400"/>
          </a:xfrm>
          <a:prstGeom prst="rect">
            <a:avLst/>
          </a:prstGeom>
          <a:noFill/>
          <a:ln w="0">
            <a:noFill/>
          </a:ln>
        </p:spPr>
        <p:txBody>
          <a:bodyPr wrap="square" lIns="72000" tIns="54000" rIns="72000" bIns="54000" anchor="t"/>
          <a:lstStyle/>
          <a:p>
            <a:pPr algn="l">
              <a:lnSpc>
                <a:spcPts val="1500"/>
              </a:lnSpc>
              <a:buNone/>
            </a:pPr>
            <a:r>
              <a:rPr lang="en-US" sz="1400" dirty="0">
                <a:solidFill>
                  <a:srgbClr val="333333"/>
                </a:solidFill>
              </a:rPr>
              <a:t>Healthcare providers and life insurance underwriters struggle to identify high-risk patients early, leading to delayed interventions and increased claim costs.</a:t>
            </a:r>
          </a:p>
        </p:txBody>
      </p:sp>
      <p:sp>
        <p:nvSpPr>
          <p:cNvPr id="86" name="Shape 86"/>
          <p:cNvSpPr/>
          <p:nvPr/>
        </p:nvSpPr>
        <p:spPr>
          <a:xfrm>
            <a:off x="4660900" y="586155"/>
            <a:ext cx="4127500" cy="1879600"/>
          </a:xfrm>
          <a:prstGeom prst="roundRect">
            <a:avLst>
              <a:gd name="adj" fmla="val 6000"/>
            </a:avLst>
          </a:prstGeom>
          <a:solidFill>
            <a:srgbClr val="F5F5F5"/>
          </a:solidFill>
          <a:ln w="0">
            <a:noFill/>
          </a:ln>
        </p:spPr>
        <p:txBody>
          <a:bodyPr wrap="square" lIns="72000" tIns="54000" rIns="72000" bIns="54000" anchor="t"/>
          <a:lstStyle/>
          <a:p>
            <a:endParaRPr lang="en-US" sz="1000"/>
          </a:p>
        </p:txBody>
      </p:sp>
      <p:sp>
        <p:nvSpPr>
          <p:cNvPr id="87" name="Shape 87"/>
          <p:cNvSpPr/>
          <p:nvPr/>
        </p:nvSpPr>
        <p:spPr>
          <a:xfrm>
            <a:off x="4660900" y="662355"/>
            <a:ext cx="63500" cy="1727200"/>
          </a:xfrm>
          <a:prstGeom prst="rect">
            <a:avLst/>
          </a:prstGeom>
          <a:solidFill>
            <a:srgbClr val="388031"/>
          </a:solidFill>
          <a:ln w="0">
            <a:noFill/>
          </a:ln>
        </p:spPr>
        <p:txBody>
          <a:bodyPr wrap="square" lIns="72000" tIns="54000" rIns="72000" bIns="54000" anchor="t"/>
          <a:lstStyle/>
          <a:p>
            <a:endParaRPr lang="en-US" sz="1000"/>
          </a:p>
        </p:txBody>
      </p:sp>
      <p:sp>
        <p:nvSpPr>
          <p:cNvPr id="88" name="Shape 88"/>
          <p:cNvSpPr/>
          <p:nvPr/>
        </p:nvSpPr>
        <p:spPr>
          <a:xfrm>
            <a:off x="4864100" y="763955"/>
            <a:ext cx="431800" cy="431800"/>
          </a:xfrm>
          <a:prstGeom prst="ellipse">
            <a:avLst/>
          </a:prstGeom>
          <a:solidFill>
            <a:srgbClr val="388031"/>
          </a:solidFill>
          <a:ln w="0">
            <a:noFill/>
          </a:ln>
        </p:spPr>
        <p:txBody>
          <a:bodyPr wrap="square" lIns="72000" tIns="54000" rIns="72000" bIns="54000" anchor="ctr"/>
          <a:lstStyle/>
          <a:p>
            <a:endParaRPr lang="en-US" sz="1000"/>
          </a:p>
        </p:txBody>
      </p:sp>
      <p:sp>
        <p:nvSpPr>
          <p:cNvPr id="89" name="Shape 89"/>
          <p:cNvSpPr/>
          <p:nvPr/>
        </p:nvSpPr>
        <p:spPr>
          <a:xfrm>
            <a:off x="5397500" y="763955"/>
            <a:ext cx="3187700" cy="254000"/>
          </a:xfrm>
          <a:prstGeom prst="rect">
            <a:avLst/>
          </a:prstGeom>
          <a:noFill/>
          <a:ln w="0">
            <a:noFill/>
          </a:ln>
        </p:spPr>
        <p:txBody>
          <a:bodyPr wrap="square" lIns="72000" tIns="54000" rIns="72000" bIns="54000" anchor="ctr"/>
          <a:lstStyle/>
          <a:p>
            <a:pPr algn="l"/>
            <a:r>
              <a:rPr lang="en-US" sz="1800" b="1" dirty="0">
                <a:solidFill>
                  <a:srgbClr val="388031"/>
                </a:solidFill>
              </a:rPr>
              <a:t>Stakeholders Affected</a:t>
            </a:r>
          </a:p>
        </p:txBody>
      </p:sp>
      <p:sp>
        <p:nvSpPr>
          <p:cNvPr id="90" name="Shape 90"/>
          <p:cNvSpPr/>
          <p:nvPr/>
        </p:nvSpPr>
        <p:spPr>
          <a:xfrm>
            <a:off x="4864100" y="1246555"/>
            <a:ext cx="3721100" cy="12700"/>
          </a:xfrm>
          <a:prstGeom prst="rect">
            <a:avLst/>
          </a:prstGeom>
          <a:solidFill>
            <a:srgbClr val="388031"/>
          </a:solidFill>
          <a:ln w="0">
            <a:noFill/>
          </a:ln>
        </p:spPr>
        <p:txBody>
          <a:bodyPr wrap="square" lIns="72000" tIns="54000" rIns="72000" bIns="54000" anchor="t"/>
          <a:lstStyle/>
          <a:p>
            <a:endParaRPr lang="en-US" sz="1000"/>
          </a:p>
        </p:txBody>
      </p:sp>
      <p:sp>
        <p:nvSpPr>
          <p:cNvPr id="91" name="Shape 91"/>
          <p:cNvSpPr/>
          <p:nvPr/>
        </p:nvSpPr>
        <p:spPr>
          <a:xfrm>
            <a:off x="4864100" y="1322755"/>
            <a:ext cx="3721100" cy="1041400"/>
          </a:xfrm>
          <a:prstGeom prst="rect">
            <a:avLst/>
          </a:prstGeom>
          <a:noFill/>
          <a:ln w="0">
            <a:noFill/>
          </a:ln>
        </p:spPr>
        <p:txBody>
          <a:bodyPr wrap="square" lIns="72000" tIns="54000" rIns="72000" bIns="54000" anchor="t"/>
          <a:lstStyle/>
          <a:p>
            <a:pPr marL="114300" indent="-114300" algn="l">
              <a:lnSpc>
                <a:spcPts val="1300"/>
              </a:lnSpc>
              <a:buFont typeface="Arial"/>
              <a:buChar char="•"/>
            </a:pPr>
            <a:r>
              <a:rPr lang="en-US" sz="1400" dirty="0">
                <a:solidFill>
                  <a:srgbClr val="333333"/>
                </a:solidFill>
              </a:rPr>
              <a:t>Underwriters making risk decisions</a:t>
            </a:r>
          </a:p>
          <a:p>
            <a:pPr marL="114300" indent="-114300" algn="l">
              <a:lnSpc>
                <a:spcPts val="1300"/>
              </a:lnSpc>
              <a:buFont typeface="Arial"/>
              <a:buChar char="•"/>
            </a:pPr>
            <a:r>
              <a:rPr lang="en-US" sz="1400" dirty="0">
                <a:solidFill>
                  <a:srgbClr val="333333"/>
                </a:solidFill>
              </a:rPr>
              <a:t>Clinical operations teams managing patient care</a:t>
            </a:r>
          </a:p>
          <a:p>
            <a:pPr marL="114300" indent="-114300" algn="l">
              <a:lnSpc>
                <a:spcPts val="1300"/>
              </a:lnSpc>
              <a:buFont typeface="Arial"/>
              <a:buChar char="•"/>
            </a:pPr>
            <a:r>
              <a:rPr lang="en-US" sz="1400" dirty="0">
                <a:solidFill>
                  <a:srgbClr val="333333"/>
                </a:solidFill>
              </a:rPr>
              <a:t>Patient care coordinators ensuring timely interventions</a:t>
            </a:r>
          </a:p>
        </p:txBody>
      </p:sp>
      <p:sp>
        <p:nvSpPr>
          <p:cNvPr id="92" name="Shape 92"/>
          <p:cNvSpPr/>
          <p:nvPr/>
        </p:nvSpPr>
        <p:spPr>
          <a:xfrm>
            <a:off x="355600" y="2643555"/>
            <a:ext cx="4127500" cy="1879600"/>
          </a:xfrm>
          <a:prstGeom prst="roundRect">
            <a:avLst>
              <a:gd name="adj" fmla="val 6000"/>
            </a:avLst>
          </a:prstGeom>
          <a:solidFill>
            <a:srgbClr val="F5F5F5"/>
          </a:solidFill>
          <a:ln w="0">
            <a:noFill/>
          </a:ln>
        </p:spPr>
        <p:txBody>
          <a:bodyPr wrap="square" lIns="72000" tIns="54000" rIns="72000" bIns="54000" anchor="t"/>
          <a:lstStyle/>
          <a:p>
            <a:endParaRPr lang="en-US" sz="1000"/>
          </a:p>
        </p:txBody>
      </p:sp>
      <p:sp>
        <p:nvSpPr>
          <p:cNvPr id="93" name="Shape 93"/>
          <p:cNvSpPr/>
          <p:nvPr/>
        </p:nvSpPr>
        <p:spPr>
          <a:xfrm>
            <a:off x="355600" y="2719755"/>
            <a:ext cx="63500" cy="1727200"/>
          </a:xfrm>
          <a:prstGeom prst="rect">
            <a:avLst/>
          </a:prstGeom>
          <a:solidFill>
            <a:srgbClr val="B22A20"/>
          </a:solidFill>
          <a:ln w="0">
            <a:noFill/>
          </a:ln>
        </p:spPr>
        <p:txBody>
          <a:bodyPr wrap="square" lIns="72000" tIns="54000" rIns="72000" bIns="54000" anchor="t"/>
          <a:lstStyle/>
          <a:p>
            <a:endParaRPr lang="en-US" sz="1000"/>
          </a:p>
        </p:txBody>
      </p:sp>
      <p:sp>
        <p:nvSpPr>
          <p:cNvPr id="94" name="Shape 94"/>
          <p:cNvSpPr/>
          <p:nvPr/>
        </p:nvSpPr>
        <p:spPr>
          <a:xfrm>
            <a:off x="558800" y="2821355"/>
            <a:ext cx="431800" cy="431800"/>
          </a:xfrm>
          <a:prstGeom prst="ellipse">
            <a:avLst/>
          </a:prstGeom>
          <a:solidFill>
            <a:srgbClr val="B22A20"/>
          </a:solidFill>
          <a:ln w="0">
            <a:noFill/>
          </a:ln>
        </p:spPr>
        <p:txBody>
          <a:bodyPr wrap="square" lIns="72000" tIns="54000" rIns="72000" bIns="54000" anchor="ctr"/>
          <a:lstStyle/>
          <a:p>
            <a:endParaRPr lang="en-US" sz="1000"/>
          </a:p>
        </p:txBody>
      </p:sp>
      <p:sp>
        <p:nvSpPr>
          <p:cNvPr id="95" name="Shape 95"/>
          <p:cNvSpPr/>
          <p:nvPr/>
        </p:nvSpPr>
        <p:spPr>
          <a:xfrm>
            <a:off x="1092200" y="2821355"/>
            <a:ext cx="3187700" cy="254000"/>
          </a:xfrm>
          <a:prstGeom prst="rect">
            <a:avLst/>
          </a:prstGeom>
          <a:noFill/>
          <a:ln w="0">
            <a:noFill/>
          </a:ln>
        </p:spPr>
        <p:txBody>
          <a:bodyPr wrap="square" lIns="72000" tIns="54000" rIns="72000" bIns="54000" anchor="ctr"/>
          <a:lstStyle/>
          <a:p>
            <a:pPr algn="l"/>
            <a:r>
              <a:rPr lang="en-US" sz="1800" b="1" dirty="0">
                <a:solidFill>
                  <a:srgbClr val="B22A20"/>
                </a:solidFill>
              </a:rPr>
              <a:t>Pain Points</a:t>
            </a:r>
          </a:p>
        </p:txBody>
      </p:sp>
      <p:sp>
        <p:nvSpPr>
          <p:cNvPr id="96" name="Shape 96"/>
          <p:cNvSpPr/>
          <p:nvPr/>
        </p:nvSpPr>
        <p:spPr>
          <a:xfrm>
            <a:off x="558800" y="3303955"/>
            <a:ext cx="3721100" cy="12700"/>
          </a:xfrm>
          <a:prstGeom prst="rect">
            <a:avLst/>
          </a:prstGeom>
          <a:solidFill>
            <a:srgbClr val="B22A20"/>
          </a:solidFill>
          <a:ln w="0">
            <a:noFill/>
          </a:ln>
        </p:spPr>
        <p:txBody>
          <a:bodyPr wrap="square" lIns="72000" tIns="54000" rIns="72000" bIns="54000" anchor="t"/>
          <a:lstStyle/>
          <a:p>
            <a:endParaRPr lang="en-US" sz="1000"/>
          </a:p>
        </p:txBody>
      </p:sp>
      <p:sp>
        <p:nvSpPr>
          <p:cNvPr id="97" name="Shape 97"/>
          <p:cNvSpPr/>
          <p:nvPr/>
        </p:nvSpPr>
        <p:spPr>
          <a:xfrm>
            <a:off x="558800" y="3380155"/>
            <a:ext cx="3721100" cy="1041400"/>
          </a:xfrm>
          <a:prstGeom prst="rect">
            <a:avLst/>
          </a:prstGeom>
          <a:noFill/>
          <a:ln w="0">
            <a:noFill/>
          </a:ln>
        </p:spPr>
        <p:txBody>
          <a:bodyPr wrap="square" lIns="72000" tIns="54000" rIns="72000" bIns="54000" anchor="t"/>
          <a:lstStyle/>
          <a:p>
            <a:pPr marL="114300" indent="-114300" algn="l">
              <a:lnSpc>
                <a:spcPts val="1300"/>
              </a:lnSpc>
              <a:buFont typeface="Arial"/>
              <a:buChar char="•"/>
            </a:pPr>
            <a:r>
              <a:rPr lang="en-US" sz="1400" dirty="0">
                <a:solidFill>
                  <a:srgbClr val="333333"/>
                </a:solidFill>
              </a:rPr>
              <a:t>Manual review of patient records is time-consuming</a:t>
            </a:r>
          </a:p>
          <a:p>
            <a:pPr marL="114300" indent="-114300" algn="l">
              <a:lnSpc>
                <a:spcPts val="1300"/>
              </a:lnSpc>
              <a:buFont typeface="Arial"/>
              <a:buChar char="•"/>
            </a:pPr>
            <a:r>
              <a:rPr lang="en-US" sz="1400" dirty="0">
                <a:solidFill>
                  <a:srgbClr val="333333"/>
                </a:solidFill>
              </a:rPr>
              <a:t>Unstructured clinical notes are underutilized</a:t>
            </a:r>
          </a:p>
          <a:p>
            <a:pPr marL="114300" indent="-114300" algn="l">
              <a:lnSpc>
                <a:spcPts val="1300"/>
              </a:lnSpc>
              <a:buFont typeface="Arial"/>
              <a:buChar char="•"/>
            </a:pPr>
            <a:r>
              <a:rPr lang="en-US" sz="1400" dirty="0">
                <a:solidFill>
                  <a:srgbClr val="333333"/>
                </a:solidFill>
              </a:rPr>
              <a:t>Silent risk profiles go undetected until a health event occurs</a:t>
            </a:r>
          </a:p>
        </p:txBody>
      </p:sp>
      <p:sp>
        <p:nvSpPr>
          <p:cNvPr id="98" name="Shape 98"/>
          <p:cNvSpPr/>
          <p:nvPr/>
        </p:nvSpPr>
        <p:spPr>
          <a:xfrm>
            <a:off x="4660900" y="2643555"/>
            <a:ext cx="4127500" cy="1879600"/>
          </a:xfrm>
          <a:prstGeom prst="roundRect">
            <a:avLst>
              <a:gd name="adj" fmla="val 6000"/>
            </a:avLst>
          </a:prstGeom>
          <a:solidFill>
            <a:srgbClr val="F5F5F5"/>
          </a:solidFill>
          <a:ln w="0">
            <a:noFill/>
          </a:ln>
        </p:spPr>
        <p:txBody>
          <a:bodyPr wrap="square" lIns="72000" tIns="54000" rIns="72000" bIns="54000" anchor="t"/>
          <a:lstStyle/>
          <a:p>
            <a:endParaRPr lang="en-US" sz="1000"/>
          </a:p>
        </p:txBody>
      </p:sp>
      <p:sp>
        <p:nvSpPr>
          <p:cNvPr id="99" name="Shape 99"/>
          <p:cNvSpPr/>
          <p:nvPr/>
        </p:nvSpPr>
        <p:spPr>
          <a:xfrm>
            <a:off x="4660900" y="2719755"/>
            <a:ext cx="63500" cy="1727200"/>
          </a:xfrm>
          <a:prstGeom prst="rect">
            <a:avLst/>
          </a:prstGeom>
          <a:solidFill>
            <a:srgbClr val="8B5E00"/>
          </a:solidFill>
          <a:ln w="0">
            <a:noFill/>
          </a:ln>
        </p:spPr>
        <p:txBody>
          <a:bodyPr wrap="square" lIns="72000" tIns="54000" rIns="72000" bIns="54000" anchor="t"/>
          <a:lstStyle/>
          <a:p>
            <a:endParaRPr lang="en-US" sz="1000"/>
          </a:p>
        </p:txBody>
      </p:sp>
      <p:sp>
        <p:nvSpPr>
          <p:cNvPr id="100" name="Shape 100"/>
          <p:cNvSpPr/>
          <p:nvPr/>
        </p:nvSpPr>
        <p:spPr>
          <a:xfrm>
            <a:off x="4864100" y="2821355"/>
            <a:ext cx="431800" cy="431800"/>
          </a:xfrm>
          <a:prstGeom prst="ellipse">
            <a:avLst/>
          </a:prstGeom>
          <a:solidFill>
            <a:srgbClr val="8B5E00"/>
          </a:solidFill>
          <a:ln w="0">
            <a:noFill/>
          </a:ln>
        </p:spPr>
        <p:txBody>
          <a:bodyPr wrap="square" lIns="72000" tIns="54000" rIns="72000" bIns="54000" anchor="ctr"/>
          <a:lstStyle/>
          <a:p>
            <a:endParaRPr lang="en-US" sz="1000"/>
          </a:p>
        </p:txBody>
      </p:sp>
      <p:sp>
        <p:nvSpPr>
          <p:cNvPr id="101" name="Shape 101"/>
          <p:cNvSpPr/>
          <p:nvPr/>
        </p:nvSpPr>
        <p:spPr>
          <a:xfrm>
            <a:off x="5397500" y="2821355"/>
            <a:ext cx="3187700" cy="254000"/>
          </a:xfrm>
          <a:prstGeom prst="rect">
            <a:avLst/>
          </a:prstGeom>
          <a:noFill/>
          <a:ln w="0">
            <a:noFill/>
          </a:ln>
        </p:spPr>
        <p:txBody>
          <a:bodyPr wrap="square" lIns="72000" tIns="54000" rIns="72000" bIns="54000" anchor="ctr"/>
          <a:lstStyle/>
          <a:p>
            <a:pPr algn="l"/>
            <a:r>
              <a:rPr lang="en-US" sz="1800" b="1" dirty="0">
                <a:solidFill>
                  <a:srgbClr val="8B5E00"/>
                </a:solidFill>
              </a:rPr>
              <a:t>Expected Business Impact</a:t>
            </a:r>
          </a:p>
        </p:txBody>
      </p:sp>
      <p:sp>
        <p:nvSpPr>
          <p:cNvPr id="102" name="Shape 102"/>
          <p:cNvSpPr/>
          <p:nvPr/>
        </p:nvSpPr>
        <p:spPr>
          <a:xfrm>
            <a:off x="4864100" y="3303955"/>
            <a:ext cx="3721100" cy="12700"/>
          </a:xfrm>
          <a:prstGeom prst="rect">
            <a:avLst/>
          </a:prstGeom>
          <a:solidFill>
            <a:srgbClr val="8B5E00"/>
          </a:solidFill>
          <a:ln w="0">
            <a:noFill/>
          </a:ln>
        </p:spPr>
        <p:txBody>
          <a:bodyPr wrap="square" lIns="72000" tIns="54000" rIns="72000" bIns="54000" anchor="t"/>
          <a:lstStyle/>
          <a:p>
            <a:endParaRPr lang="en-US" sz="1000"/>
          </a:p>
        </p:txBody>
      </p:sp>
      <p:sp>
        <p:nvSpPr>
          <p:cNvPr id="103" name="Shape 103"/>
          <p:cNvSpPr/>
          <p:nvPr/>
        </p:nvSpPr>
        <p:spPr>
          <a:xfrm>
            <a:off x="4864100" y="3380155"/>
            <a:ext cx="3721100" cy="1041400"/>
          </a:xfrm>
          <a:prstGeom prst="rect">
            <a:avLst/>
          </a:prstGeom>
          <a:noFill/>
          <a:ln w="0">
            <a:noFill/>
          </a:ln>
        </p:spPr>
        <p:txBody>
          <a:bodyPr wrap="square" lIns="72000" tIns="54000" rIns="72000" bIns="54000" anchor="t"/>
          <a:lstStyle/>
          <a:p>
            <a:pPr marL="114300" indent="-114300" algn="l">
              <a:lnSpc>
                <a:spcPts val="1300"/>
              </a:lnSpc>
              <a:buFont typeface="Arial"/>
              <a:buChar char="•"/>
            </a:pPr>
            <a:r>
              <a:rPr lang="en-US" sz="1400" dirty="0">
                <a:solidFill>
                  <a:srgbClr val="333333"/>
                </a:solidFill>
              </a:rPr>
              <a:t>Early identification of high-risk patients</a:t>
            </a:r>
          </a:p>
          <a:p>
            <a:pPr marL="114300" indent="-114300" algn="l">
              <a:lnSpc>
                <a:spcPts val="1300"/>
              </a:lnSpc>
              <a:buFont typeface="Arial"/>
              <a:buChar char="•"/>
            </a:pPr>
            <a:r>
              <a:rPr lang="en-US" sz="1400" dirty="0">
                <a:solidFill>
                  <a:srgbClr val="333333"/>
                </a:solidFill>
              </a:rPr>
              <a:t>Reduction in claim costs</a:t>
            </a:r>
          </a:p>
          <a:p>
            <a:pPr marL="114300" indent="-114300" algn="l">
              <a:lnSpc>
                <a:spcPts val="1300"/>
              </a:lnSpc>
              <a:buFont typeface="Arial"/>
              <a:buChar char="•"/>
            </a:pPr>
            <a:r>
              <a:rPr lang="en-US" sz="1400" dirty="0">
                <a:solidFill>
                  <a:srgbClr val="333333"/>
                </a:solidFill>
              </a:rPr>
              <a:t>Faster underwriting decisions</a:t>
            </a:r>
          </a:p>
          <a:p>
            <a:pPr marL="114300" indent="-114300" algn="l">
              <a:lnSpc>
                <a:spcPts val="1300"/>
              </a:lnSpc>
              <a:buFont typeface="Arial"/>
              <a:buChar char="•"/>
            </a:pPr>
            <a:r>
              <a:rPr lang="en-US" sz="1400" dirty="0">
                <a:solidFill>
                  <a:srgbClr val="333333"/>
                </a:solidFill>
              </a:rPr>
              <a:t>Automated risk reporting replacing manual review</a:t>
            </a:r>
          </a:p>
        </p:txBody>
      </p:sp>
      <p:pic>
        <p:nvPicPr>
          <p:cNvPr id="104" name="Graphic 104" descr="Business context icon"/>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2300" y="827455"/>
            <a:ext cx="304800" cy="304800"/>
          </a:xfrm>
          <a:prstGeom prst="rect">
            <a:avLst/>
          </a:prstGeom>
        </p:spPr>
      </p:pic>
      <p:pic>
        <p:nvPicPr>
          <p:cNvPr id="105" name="Graphic 105" descr="Stakeholders icon"/>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27600" y="827455"/>
            <a:ext cx="304800" cy="304800"/>
          </a:xfrm>
          <a:prstGeom prst="rect">
            <a:avLst/>
          </a:prstGeom>
        </p:spPr>
      </p:pic>
      <p:pic>
        <p:nvPicPr>
          <p:cNvPr id="106" name="Graphic 106" descr="Pain points icon"/>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2300" y="2884855"/>
            <a:ext cx="304800" cy="304800"/>
          </a:xfrm>
          <a:prstGeom prst="rect">
            <a:avLst/>
          </a:prstGeom>
        </p:spPr>
      </p:pic>
      <p:pic>
        <p:nvPicPr>
          <p:cNvPr id="107" name="Graphic 107" descr="Business impact icon"/>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927600" y="2884855"/>
            <a:ext cx="304800" cy="304800"/>
          </a:xfrm>
          <a:prstGeom prst="rect">
            <a:avLst/>
          </a:prstGeom>
        </p:spPr>
      </p:pic>
    </p:spTree>
    <p:extLst>
      <p:ext uri="{BB962C8B-B14F-4D97-AF65-F5344CB8AC3E}">
        <p14:creationId xmlns:p14="http://schemas.microsoft.com/office/powerpoint/2010/main" val="41353835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786F5D6-43C9-B5BD-4B02-65456E706D57}"/>
              </a:ext>
            </a:extLst>
          </p:cNvPr>
          <p:cNvSpPr>
            <a:spLocks noGrp="1"/>
          </p:cNvSpPr>
          <p:nvPr>
            <p:ph type="title"/>
          </p:nvPr>
        </p:nvSpPr>
        <p:spPr/>
        <p:txBody>
          <a:bodyPr/>
          <a:lstStyle/>
          <a:p>
            <a:r>
              <a:t>Solution Concept</a:t>
            </a:r>
          </a:p>
        </p:txBody>
      </p:sp>
      <p:sp>
        <p:nvSpPr>
          <p:cNvPr id="3" name="Footer Placeholder 2">
            <a:extLst>
              <a:ext uri="{FF2B5EF4-FFF2-40B4-BE49-F238E27FC236}">
                <a16:creationId xmlns:a16="http://schemas.microsoft.com/office/drawing/2014/main" id="{BAC70410-B9E7-1FCF-6B5E-4DF9EC5BECD4}"/>
              </a:ext>
            </a:extLst>
          </p:cNvPr>
          <p:cNvSpPr>
            <a:spLocks noGrp="1"/>
          </p:cNvSpPr>
          <p:nvPr>
            <p:ph type="ftr" sz="quarter" idx="11"/>
          </p:nvPr>
        </p:nvSpPr>
        <p:spPr/>
        <p:txBody>
          <a:bodyPr/>
          <a:lstStyle/>
          <a:p>
            <a:r>
              <a:rPr lang="en-IN" sz="800"/>
              <a:t>TCS confidential</a:t>
            </a:r>
          </a:p>
        </p:txBody>
      </p:sp>
      <p:sp>
        <p:nvSpPr>
          <p:cNvPr id="4" name="Slide Number Placeholder 3">
            <a:extLst>
              <a:ext uri="{FF2B5EF4-FFF2-40B4-BE49-F238E27FC236}">
                <a16:creationId xmlns:a16="http://schemas.microsoft.com/office/drawing/2014/main" id="{F088F68A-036A-8CD2-B9BB-CA29EFE8173C}"/>
              </a:ext>
            </a:extLst>
          </p:cNvPr>
          <p:cNvSpPr>
            <a:spLocks noGrp="1"/>
          </p:cNvSpPr>
          <p:nvPr>
            <p:ph type="sldNum" sz="quarter" idx="12"/>
          </p:nvPr>
        </p:nvSpPr>
        <p:spPr/>
        <p:txBody>
          <a:bodyPr/>
          <a:lstStyle/>
          <a:p>
            <a:fld id="{662A0901-ACEF-4BE9-9C8C-C119B421173E}" type="slidenum">
              <a:rPr lang="en-IN" sz="800" smtClean="0"/>
              <a:t>4</a:t>
            </a:fld>
            <a:endParaRPr lang="en-IN" sz="800"/>
          </a:p>
        </p:txBody>
      </p:sp>
      <p:sp>
        <p:nvSpPr>
          <p:cNvPr id="200" name="Shape 200"/>
          <p:cNvSpPr/>
          <p:nvPr/>
        </p:nvSpPr>
        <p:spPr>
          <a:xfrm>
            <a:off x="279400" y="597879"/>
            <a:ext cx="1219200" cy="711200"/>
          </a:xfrm>
          <a:prstGeom prst="roundRect">
            <a:avLst>
              <a:gd name="adj" fmla="val 12000"/>
            </a:avLst>
          </a:prstGeom>
          <a:solidFill>
            <a:srgbClr val="2B5A94"/>
          </a:solidFill>
          <a:ln w="0">
            <a:noFill/>
          </a:ln>
        </p:spPr>
        <p:txBody>
          <a:bodyPr wrap="square" lIns="36000" tIns="36000" rIns="36000" bIns="36000" anchor="ctr"/>
          <a:lstStyle/>
          <a:p>
            <a:pPr algn="ctr"/>
            <a:r>
              <a:rPr lang="en-US" sz="1000" b="1" dirty="0">
                <a:solidFill>
                  <a:srgbClr val="FFFFFF"/>
                </a:solidFill>
              </a:rPr>
              <a:t>Patient Data</a:t>
            </a:r>
            <a:br>
              <a:rPr lang="en-US" sz="1000" b="1" dirty="0">
                <a:solidFill>
                  <a:srgbClr val="FFFFFF"/>
                </a:solidFill>
              </a:rPr>
            </a:br>
            <a:r>
              <a:rPr lang="en-US" sz="1000" b="1" dirty="0">
                <a:solidFill>
                  <a:srgbClr val="FFFFFF"/>
                </a:solidFill>
              </a:rPr>
              <a:t>&amp; Clinical Notes</a:t>
            </a:r>
          </a:p>
        </p:txBody>
      </p:sp>
      <p:sp>
        <p:nvSpPr>
          <p:cNvPr id="201" name="Shape 201"/>
          <p:cNvSpPr/>
          <p:nvPr/>
        </p:nvSpPr>
        <p:spPr>
          <a:xfrm>
            <a:off x="1549400" y="775679"/>
            <a:ext cx="177800" cy="355600"/>
          </a:xfrm>
          <a:prstGeom prst="rightArrow">
            <a:avLst/>
          </a:prstGeom>
          <a:solidFill>
            <a:srgbClr val="404040"/>
          </a:solidFill>
          <a:ln w="0">
            <a:noFill/>
          </a:ln>
        </p:spPr>
        <p:txBody>
          <a:bodyPr wrap="square" lIns="36000" tIns="36000" rIns="36000" bIns="36000" anchor="ctr"/>
          <a:lstStyle/>
          <a:p>
            <a:endParaRPr lang="en-US"/>
          </a:p>
        </p:txBody>
      </p:sp>
      <p:sp>
        <p:nvSpPr>
          <p:cNvPr id="202" name="Shape 202"/>
          <p:cNvSpPr/>
          <p:nvPr/>
        </p:nvSpPr>
        <p:spPr>
          <a:xfrm>
            <a:off x="279400" y="1347179"/>
            <a:ext cx="1219200" cy="304800"/>
          </a:xfrm>
          <a:prstGeom prst="rect">
            <a:avLst/>
          </a:prstGeom>
          <a:noFill/>
          <a:ln w="0">
            <a:noFill/>
          </a:ln>
        </p:spPr>
        <p:txBody>
          <a:bodyPr wrap="square" lIns="36000" tIns="36000" rIns="36000" bIns="36000" anchor="ctr"/>
          <a:lstStyle/>
          <a:p>
            <a:pPr algn="ctr">
              <a:lnSpc>
                <a:spcPts val="850"/>
              </a:lnSpc>
            </a:pPr>
            <a:r>
              <a:rPr lang="en-US" sz="1000" dirty="0">
                <a:solidFill>
                  <a:srgbClr val="595959"/>
                </a:solidFill>
              </a:rPr>
              <a:t>Structured +</a:t>
            </a:r>
            <a:br>
              <a:rPr lang="en-US" sz="1000" dirty="0">
                <a:solidFill>
                  <a:srgbClr val="595959"/>
                </a:solidFill>
              </a:rPr>
            </a:br>
            <a:r>
              <a:rPr lang="en-US" sz="1000" dirty="0">
                <a:solidFill>
                  <a:srgbClr val="595959"/>
                </a:solidFill>
              </a:rPr>
              <a:t>Unstructured</a:t>
            </a:r>
          </a:p>
        </p:txBody>
      </p:sp>
      <p:sp>
        <p:nvSpPr>
          <p:cNvPr id="203" name="Shape 203"/>
          <p:cNvSpPr/>
          <p:nvPr/>
        </p:nvSpPr>
        <p:spPr>
          <a:xfrm>
            <a:off x="1752600" y="597879"/>
            <a:ext cx="1219200" cy="711200"/>
          </a:xfrm>
          <a:prstGeom prst="roundRect">
            <a:avLst>
              <a:gd name="adj" fmla="val 12000"/>
            </a:avLst>
          </a:prstGeom>
          <a:solidFill>
            <a:srgbClr val="388031"/>
          </a:solidFill>
          <a:ln w="0">
            <a:noFill/>
          </a:ln>
        </p:spPr>
        <p:txBody>
          <a:bodyPr wrap="square" lIns="36000" tIns="36000" rIns="36000" bIns="36000" anchor="ctr"/>
          <a:lstStyle/>
          <a:p>
            <a:pPr algn="ctr"/>
            <a:r>
              <a:rPr lang="en-US" sz="1000" b="1" dirty="0">
                <a:solidFill>
                  <a:srgbClr val="FFFFFF"/>
                </a:solidFill>
              </a:rPr>
              <a:t>Embeddings &amp;</a:t>
            </a:r>
            <a:br>
              <a:rPr lang="en-US" sz="1000" b="1" dirty="0">
                <a:solidFill>
                  <a:srgbClr val="FFFFFF"/>
                </a:solidFill>
              </a:rPr>
            </a:br>
            <a:r>
              <a:rPr lang="en-US" sz="1000" b="1" dirty="0">
                <a:solidFill>
                  <a:srgbClr val="FFFFFF"/>
                </a:solidFill>
              </a:rPr>
              <a:t>Vector Search</a:t>
            </a:r>
          </a:p>
        </p:txBody>
      </p:sp>
      <p:sp>
        <p:nvSpPr>
          <p:cNvPr id="204" name="Shape 204"/>
          <p:cNvSpPr/>
          <p:nvPr/>
        </p:nvSpPr>
        <p:spPr>
          <a:xfrm>
            <a:off x="3022600" y="775679"/>
            <a:ext cx="177800" cy="355600"/>
          </a:xfrm>
          <a:prstGeom prst="rightArrow">
            <a:avLst/>
          </a:prstGeom>
          <a:solidFill>
            <a:srgbClr val="404040"/>
          </a:solidFill>
          <a:ln w="0">
            <a:noFill/>
          </a:ln>
        </p:spPr>
        <p:txBody>
          <a:bodyPr wrap="square" lIns="36000" tIns="36000" rIns="36000" bIns="36000" anchor="ctr"/>
          <a:lstStyle/>
          <a:p>
            <a:endParaRPr lang="en-US"/>
          </a:p>
        </p:txBody>
      </p:sp>
      <p:sp>
        <p:nvSpPr>
          <p:cNvPr id="205" name="Shape 205"/>
          <p:cNvSpPr/>
          <p:nvPr/>
        </p:nvSpPr>
        <p:spPr>
          <a:xfrm>
            <a:off x="1752600" y="1347179"/>
            <a:ext cx="1219200" cy="304800"/>
          </a:xfrm>
          <a:prstGeom prst="rect">
            <a:avLst/>
          </a:prstGeom>
          <a:noFill/>
          <a:ln w="0">
            <a:noFill/>
          </a:ln>
        </p:spPr>
        <p:txBody>
          <a:bodyPr wrap="square" lIns="36000" tIns="36000" rIns="36000" bIns="36000" anchor="ctr"/>
          <a:lstStyle/>
          <a:p>
            <a:pPr algn="ctr">
              <a:lnSpc>
                <a:spcPts val="850"/>
              </a:lnSpc>
            </a:pPr>
            <a:r>
              <a:rPr lang="en-US" sz="1000" dirty="0">
                <a:solidFill>
                  <a:srgbClr val="595959"/>
                </a:solidFill>
              </a:rPr>
              <a:t>MiniLM-L6-v2</a:t>
            </a:r>
            <a:br>
              <a:rPr lang="en-US" sz="1000" dirty="0">
                <a:solidFill>
                  <a:srgbClr val="595959"/>
                </a:solidFill>
              </a:rPr>
            </a:br>
            <a:r>
              <a:rPr lang="en-US" sz="1000" dirty="0">
                <a:solidFill>
                  <a:srgbClr val="595959"/>
                </a:solidFill>
              </a:rPr>
              <a:t>+ FAISS</a:t>
            </a:r>
          </a:p>
        </p:txBody>
      </p:sp>
      <p:sp>
        <p:nvSpPr>
          <p:cNvPr id="206" name="Shape 206"/>
          <p:cNvSpPr/>
          <p:nvPr/>
        </p:nvSpPr>
        <p:spPr>
          <a:xfrm>
            <a:off x="3225800" y="597879"/>
            <a:ext cx="1219200" cy="711200"/>
          </a:xfrm>
          <a:prstGeom prst="roundRect">
            <a:avLst>
              <a:gd name="adj" fmla="val 12000"/>
            </a:avLst>
          </a:prstGeom>
          <a:solidFill>
            <a:srgbClr val="8B5E00"/>
          </a:solidFill>
          <a:ln w="0">
            <a:noFill/>
          </a:ln>
        </p:spPr>
        <p:txBody>
          <a:bodyPr wrap="square" lIns="36000" tIns="36000" rIns="36000" bIns="36000" anchor="ctr"/>
          <a:lstStyle/>
          <a:p>
            <a:pPr algn="ctr"/>
            <a:r>
              <a:rPr lang="en-US" sz="1000" b="1" dirty="0">
                <a:solidFill>
                  <a:srgbClr val="FFFFFF"/>
                </a:solidFill>
              </a:rPr>
              <a:t>Risk</a:t>
            </a:r>
            <a:br>
              <a:rPr lang="en-US" sz="1000" b="1" dirty="0">
                <a:solidFill>
                  <a:srgbClr val="FFFFFF"/>
                </a:solidFill>
              </a:rPr>
            </a:br>
            <a:r>
              <a:rPr lang="en-US" sz="1000" b="1" dirty="0">
                <a:solidFill>
                  <a:srgbClr val="FFFFFF"/>
                </a:solidFill>
              </a:rPr>
              <a:t>Scoring</a:t>
            </a:r>
          </a:p>
        </p:txBody>
      </p:sp>
      <p:sp>
        <p:nvSpPr>
          <p:cNvPr id="207" name="Shape 207"/>
          <p:cNvSpPr/>
          <p:nvPr/>
        </p:nvSpPr>
        <p:spPr>
          <a:xfrm>
            <a:off x="4495800" y="775679"/>
            <a:ext cx="177800" cy="355600"/>
          </a:xfrm>
          <a:prstGeom prst="rightArrow">
            <a:avLst/>
          </a:prstGeom>
          <a:solidFill>
            <a:srgbClr val="404040"/>
          </a:solidFill>
          <a:ln w="0">
            <a:noFill/>
          </a:ln>
        </p:spPr>
        <p:txBody>
          <a:bodyPr wrap="square" lIns="36000" tIns="36000" rIns="36000" bIns="36000" anchor="ctr"/>
          <a:lstStyle/>
          <a:p>
            <a:endParaRPr lang="en-US"/>
          </a:p>
        </p:txBody>
      </p:sp>
      <p:sp>
        <p:nvSpPr>
          <p:cNvPr id="208" name="Shape 208"/>
          <p:cNvSpPr/>
          <p:nvPr/>
        </p:nvSpPr>
        <p:spPr>
          <a:xfrm>
            <a:off x="3225800" y="1347179"/>
            <a:ext cx="1219200" cy="304800"/>
          </a:xfrm>
          <a:prstGeom prst="rect">
            <a:avLst/>
          </a:prstGeom>
          <a:noFill/>
          <a:ln w="0">
            <a:noFill/>
          </a:ln>
        </p:spPr>
        <p:txBody>
          <a:bodyPr wrap="square" lIns="36000" tIns="36000" rIns="36000" bIns="36000" anchor="ctr"/>
          <a:lstStyle/>
          <a:p>
            <a:pPr algn="ctr">
              <a:lnSpc>
                <a:spcPts val="850"/>
              </a:lnSpc>
            </a:pPr>
            <a:r>
              <a:rPr lang="en-US" sz="1000" dirty="0">
                <a:solidFill>
                  <a:srgbClr val="595959"/>
                </a:solidFill>
              </a:rPr>
              <a:t>Z-score +</a:t>
            </a:r>
            <a:br>
              <a:rPr lang="en-US" sz="1000" dirty="0">
                <a:solidFill>
                  <a:srgbClr val="595959"/>
                </a:solidFill>
              </a:rPr>
            </a:br>
            <a:r>
              <a:rPr lang="en-US" sz="1000" dirty="0">
                <a:solidFill>
                  <a:srgbClr val="595959"/>
                </a:solidFill>
              </a:rPr>
              <a:t>Rule-based</a:t>
            </a:r>
          </a:p>
        </p:txBody>
      </p:sp>
      <p:sp>
        <p:nvSpPr>
          <p:cNvPr id="209" name="Shape 209"/>
          <p:cNvSpPr/>
          <p:nvPr/>
        </p:nvSpPr>
        <p:spPr>
          <a:xfrm>
            <a:off x="4699000" y="597879"/>
            <a:ext cx="1219200" cy="711200"/>
          </a:xfrm>
          <a:prstGeom prst="roundRect">
            <a:avLst>
              <a:gd name="adj" fmla="val 12000"/>
            </a:avLst>
          </a:prstGeom>
          <a:solidFill>
            <a:srgbClr val="B5431E"/>
          </a:solidFill>
          <a:ln w="0">
            <a:noFill/>
          </a:ln>
        </p:spPr>
        <p:txBody>
          <a:bodyPr wrap="square" lIns="36000" tIns="36000" rIns="36000" bIns="36000" anchor="ctr"/>
          <a:lstStyle/>
          <a:p>
            <a:pPr algn="ctr"/>
            <a:r>
              <a:rPr lang="en-US" sz="1000" b="1" dirty="0">
                <a:solidFill>
                  <a:srgbClr val="FFFFFF"/>
                </a:solidFill>
              </a:rPr>
              <a:t>RAG</a:t>
            </a:r>
            <a:br>
              <a:rPr lang="en-US" sz="1000" b="1" dirty="0">
                <a:solidFill>
                  <a:srgbClr val="FFFFFF"/>
                </a:solidFill>
              </a:rPr>
            </a:br>
            <a:r>
              <a:rPr lang="en-US" sz="1000" b="1" dirty="0">
                <a:solidFill>
                  <a:srgbClr val="FFFFFF"/>
                </a:solidFill>
              </a:rPr>
              <a:t>Retrieval</a:t>
            </a:r>
          </a:p>
        </p:txBody>
      </p:sp>
      <p:sp>
        <p:nvSpPr>
          <p:cNvPr id="210" name="Shape 210"/>
          <p:cNvSpPr/>
          <p:nvPr/>
        </p:nvSpPr>
        <p:spPr>
          <a:xfrm>
            <a:off x="5969000" y="775679"/>
            <a:ext cx="177800" cy="355600"/>
          </a:xfrm>
          <a:prstGeom prst="rightArrow">
            <a:avLst/>
          </a:prstGeom>
          <a:solidFill>
            <a:srgbClr val="404040"/>
          </a:solidFill>
          <a:ln w="0">
            <a:noFill/>
          </a:ln>
        </p:spPr>
        <p:txBody>
          <a:bodyPr wrap="square" lIns="36000" tIns="36000" rIns="36000" bIns="36000" anchor="ctr"/>
          <a:lstStyle/>
          <a:p>
            <a:endParaRPr lang="en-US"/>
          </a:p>
        </p:txBody>
      </p:sp>
      <p:sp>
        <p:nvSpPr>
          <p:cNvPr id="211" name="Shape 211"/>
          <p:cNvSpPr/>
          <p:nvPr/>
        </p:nvSpPr>
        <p:spPr>
          <a:xfrm>
            <a:off x="4699000" y="1347179"/>
            <a:ext cx="1219200" cy="304800"/>
          </a:xfrm>
          <a:prstGeom prst="rect">
            <a:avLst/>
          </a:prstGeom>
          <a:noFill/>
          <a:ln w="0">
            <a:noFill/>
          </a:ln>
        </p:spPr>
        <p:txBody>
          <a:bodyPr wrap="square" lIns="36000" tIns="36000" rIns="36000" bIns="36000" anchor="ctr"/>
          <a:lstStyle/>
          <a:p>
            <a:pPr algn="ctr">
              <a:lnSpc>
                <a:spcPts val="850"/>
              </a:lnSpc>
            </a:pPr>
            <a:r>
              <a:rPr lang="en-US" sz="1000" dirty="0">
                <a:solidFill>
                  <a:srgbClr val="595959"/>
                </a:solidFill>
              </a:rPr>
              <a:t>Context-aware</a:t>
            </a:r>
            <a:br>
              <a:rPr lang="en-US" sz="1000" dirty="0">
                <a:solidFill>
                  <a:srgbClr val="595959"/>
                </a:solidFill>
              </a:rPr>
            </a:br>
            <a:r>
              <a:rPr lang="en-US" sz="1000" dirty="0">
                <a:solidFill>
                  <a:srgbClr val="595959"/>
                </a:solidFill>
              </a:rPr>
              <a:t>Search</a:t>
            </a:r>
          </a:p>
        </p:txBody>
      </p:sp>
      <p:sp>
        <p:nvSpPr>
          <p:cNvPr id="212" name="Shape 212"/>
          <p:cNvSpPr/>
          <p:nvPr/>
        </p:nvSpPr>
        <p:spPr>
          <a:xfrm>
            <a:off x="6172200" y="597879"/>
            <a:ext cx="1219200" cy="711200"/>
          </a:xfrm>
          <a:prstGeom prst="roundRect">
            <a:avLst>
              <a:gd name="adj" fmla="val 12000"/>
            </a:avLst>
          </a:prstGeom>
          <a:solidFill>
            <a:srgbClr val="B22A20"/>
          </a:solidFill>
          <a:ln w="0">
            <a:noFill/>
          </a:ln>
        </p:spPr>
        <p:txBody>
          <a:bodyPr wrap="square" lIns="36000" tIns="36000" rIns="36000" bIns="36000" anchor="ctr"/>
          <a:lstStyle/>
          <a:p>
            <a:pPr algn="ctr"/>
            <a:r>
              <a:rPr lang="en-US" sz="1000" b="1" dirty="0">
                <a:solidFill>
                  <a:srgbClr val="FFFFFF"/>
                </a:solidFill>
              </a:rPr>
              <a:t>LLM</a:t>
            </a:r>
            <a:br>
              <a:rPr lang="en-US" sz="1000" b="1" dirty="0">
                <a:solidFill>
                  <a:srgbClr val="FFFFFF"/>
                </a:solidFill>
              </a:rPr>
            </a:br>
            <a:r>
              <a:rPr lang="en-US" sz="1000" b="1" dirty="0">
                <a:solidFill>
                  <a:srgbClr val="FFFFFF"/>
                </a:solidFill>
              </a:rPr>
              <a:t>Summaries</a:t>
            </a:r>
          </a:p>
        </p:txBody>
      </p:sp>
      <p:sp>
        <p:nvSpPr>
          <p:cNvPr id="213" name="Shape 213"/>
          <p:cNvSpPr/>
          <p:nvPr/>
        </p:nvSpPr>
        <p:spPr>
          <a:xfrm>
            <a:off x="7442200" y="775679"/>
            <a:ext cx="177800" cy="355600"/>
          </a:xfrm>
          <a:prstGeom prst="rightArrow">
            <a:avLst/>
          </a:prstGeom>
          <a:solidFill>
            <a:srgbClr val="404040"/>
          </a:solidFill>
          <a:ln w="0">
            <a:noFill/>
          </a:ln>
        </p:spPr>
        <p:txBody>
          <a:bodyPr wrap="square" lIns="36000" tIns="36000" rIns="36000" bIns="36000" anchor="ctr"/>
          <a:lstStyle/>
          <a:p>
            <a:endParaRPr lang="en-US"/>
          </a:p>
        </p:txBody>
      </p:sp>
      <p:sp>
        <p:nvSpPr>
          <p:cNvPr id="214" name="Shape 214"/>
          <p:cNvSpPr/>
          <p:nvPr/>
        </p:nvSpPr>
        <p:spPr>
          <a:xfrm>
            <a:off x="6172200" y="1347179"/>
            <a:ext cx="1219200" cy="304800"/>
          </a:xfrm>
          <a:prstGeom prst="rect">
            <a:avLst/>
          </a:prstGeom>
          <a:noFill/>
          <a:ln w="0">
            <a:noFill/>
          </a:ln>
        </p:spPr>
        <p:txBody>
          <a:bodyPr wrap="square" lIns="36000" tIns="36000" rIns="36000" bIns="36000" anchor="ctr"/>
          <a:lstStyle/>
          <a:p>
            <a:pPr algn="ctr">
              <a:lnSpc>
                <a:spcPts val="850"/>
              </a:lnSpc>
            </a:pPr>
            <a:r>
              <a:rPr lang="en-US" sz="1000" dirty="0">
                <a:solidFill>
                  <a:srgbClr val="595959"/>
                </a:solidFill>
              </a:rPr>
              <a:t>Llama 3.1 8B</a:t>
            </a:r>
            <a:br>
              <a:rPr lang="en-US" sz="1000" dirty="0">
                <a:solidFill>
                  <a:srgbClr val="595959"/>
                </a:solidFill>
              </a:rPr>
            </a:br>
            <a:r>
              <a:rPr lang="en-US" sz="1000" dirty="0">
                <a:solidFill>
                  <a:srgbClr val="595959"/>
                </a:solidFill>
              </a:rPr>
              <a:t>via Groq API</a:t>
            </a:r>
          </a:p>
        </p:txBody>
      </p:sp>
      <p:sp>
        <p:nvSpPr>
          <p:cNvPr id="215" name="Shape 215"/>
          <p:cNvSpPr/>
          <p:nvPr/>
        </p:nvSpPr>
        <p:spPr>
          <a:xfrm>
            <a:off x="7645400" y="597879"/>
            <a:ext cx="1219200" cy="711200"/>
          </a:xfrm>
          <a:prstGeom prst="roundRect">
            <a:avLst>
              <a:gd name="adj" fmla="val 12000"/>
            </a:avLst>
          </a:prstGeom>
          <a:solidFill>
            <a:srgbClr val="2B5A94"/>
          </a:solidFill>
          <a:ln w="0">
            <a:noFill/>
          </a:ln>
        </p:spPr>
        <p:txBody>
          <a:bodyPr wrap="square" lIns="36000" tIns="36000" rIns="36000" bIns="36000" anchor="ctr"/>
          <a:lstStyle/>
          <a:p>
            <a:pPr algn="ctr"/>
            <a:r>
              <a:rPr lang="en-US" sz="1000" b="1" dirty="0">
                <a:solidFill>
                  <a:srgbClr val="FFFFFF"/>
                </a:solidFill>
              </a:rPr>
              <a:t>Business</a:t>
            </a:r>
            <a:br>
              <a:rPr lang="en-US" sz="1000" b="1" dirty="0">
                <a:solidFill>
                  <a:srgbClr val="FFFFFF"/>
                </a:solidFill>
              </a:rPr>
            </a:br>
            <a:r>
              <a:rPr lang="en-US" sz="1000" b="1" dirty="0">
                <a:solidFill>
                  <a:srgbClr val="FFFFFF"/>
                </a:solidFill>
              </a:rPr>
              <a:t>Output</a:t>
            </a:r>
          </a:p>
        </p:txBody>
      </p:sp>
      <p:sp>
        <p:nvSpPr>
          <p:cNvPr id="216" name="Shape 216"/>
          <p:cNvSpPr/>
          <p:nvPr/>
        </p:nvSpPr>
        <p:spPr>
          <a:xfrm>
            <a:off x="7645400" y="1347179"/>
            <a:ext cx="1219200" cy="304800"/>
          </a:xfrm>
          <a:prstGeom prst="rect">
            <a:avLst/>
          </a:prstGeom>
          <a:noFill/>
          <a:ln w="0">
            <a:noFill/>
          </a:ln>
        </p:spPr>
        <p:txBody>
          <a:bodyPr wrap="square" lIns="36000" tIns="36000" rIns="36000" bIns="36000" anchor="ctr"/>
          <a:lstStyle/>
          <a:p>
            <a:pPr algn="ctr">
              <a:lnSpc>
                <a:spcPts val="850"/>
              </a:lnSpc>
            </a:pPr>
            <a:r>
              <a:rPr lang="en-US" sz="1000" dirty="0">
                <a:solidFill>
                  <a:srgbClr val="595959"/>
                </a:solidFill>
              </a:rPr>
              <a:t>Plain English</a:t>
            </a:r>
            <a:br>
              <a:rPr lang="en-US" sz="1000" dirty="0">
                <a:solidFill>
                  <a:srgbClr val="595959"/>
                </a:solidFill>
              </a:rPr>
            </a:br>
            <a:r>
              <a:rPr lang="en-US" sz="1000" dirty="0">
                <a:solidFill>
                  <a:srgbClr val="595959"/>
                </a:solidFill>
              </a:rPr>
              <a:t>for Underwriters</a:t>
            </a:r>
          </a:p>
        </p:txBody>
      </p:sp>
      <p:sp>
        <p:nvSpPr>
          <p:cNvPr id="217" name="Shape 217"/>
          <p:cNvSpPr/>
          <p:nvPr/>
        </p:nvSpPr>
        <p:spPr>
          <a:xfrm>
            <a:off x="279400" y="1690079"/>
            <a:ext cx="1219200" cy="38100"/>
          </a:xfrm>
          <a:prstGeom prst="rect">
            <a:avLst/>
          </a:prstGeom>
          <a:solidFill>
            <a:srgbClr val="2B5A94"/>
          </a:solidFill>
          <a:ln w="0">
            <a:noFill/>
          </a:ln>
        </p:spPr>
        <p:txBody>
          <a:bodyPr wrap="square" lIns="36000" tIns="36000" rIns="36000" bIns="36000" anchor="ctr"/>
          <a:lstStyle/>
          <a:p>
            <a:endParaRPr lang="en-US"/>
          </a:p>
        </p:txBody>
      </p:sp>
      <p:sp>
        <p:nvSpPr>
          <p:cNvPr id="218" name="Shape 218"/>
          <p:cNvSpPr/>
          <p:nvPr/>
        </p:nvSpPr>
        <p:spPr>
          <a:xfrm>
            <a:off x="279400" y="1740879"/>
            <a:ext cx="1219200" cy="177800"/>
          </a:xfrm>
          <a:prstGeom prst="rect">
            <a:avLst/>
          </a:prstGeom>
          <a:noFill/>
          <a:ln w="0">
            <a:noFill/>
          </a:ln>
        </p:spPr>
        <p:txBody>
          <a:bodyPr wrap="square" lIns="36000" tIns="36000" rIns="36000" bIns="36000" anchor="ctr"/>
          <a:lstStyle/>
          <a:p>
            <a:pPr algn="ctr"/>
            <a:r>
              <a:rPr lang="en-US" sz="750" b="1" dirty="0">
                <a:solidFill>
                  <a:srgbClr val="2B5A94"/>
                </a:solidFill>
              </a:rPr>
              <a:t>DATA INGESTION</a:t>
            </a:r>
          </a:p>
        </p:txBody>
      </p:sp>
      <p:sp>
        <p:nvSpPr>
          <p:cNvPr id="219" name="Shape 219"/>
          <p:cNvSpPr/>
          <p:nvPr/>
        </p:nvSpPr>
        <p:spPr>
          <a:xfrm>
            <a:off x="1752600" y="1690079"/>
            <a:ext cx="2692400" cy="38100"/>
          </a:xfrm>
          <a:prstGeom prst="rect">
            <a:avLst/>
          </a:prstGeom>
          <a:solidFill>
            <a:srgbClr val="388031"/>
          </a:solidFill>
          <a:ln w="0">
            <a:noFill/>
          </a:ln>
        </p:spPr>
        <p:txBody>
          <a:bodyPr wrap="square" lIns="36000" tIns="36000" rIns="36000" bIns="36000" anchor="ctr"/>
          <a:lstStyle/>
          <a:p>
            <a:endParaRPr lang="en-US"/>
          </a:p>
        </p:txBody>
      </p:sp>
      <p:sp>
        <p:nvSpPr>
          <p:cNvPr id="220" name="Shape 220"/>
          <p:cNvSpPr/>
          <p:nvPr/>
        </p:nvSpPr>
        <p:spPr>
          <a:xfrm>
            <a:off x="1752600" y="1740879"/>
            <a:ext cx="2692400" cy="177800"/>
          </a:xfrm>
          <a:prstGeom prst="rect">
            <a:avLst/>
          </a:prstGeom>
          <a:noFill/>
          <a:ln w="0">
            <a:noFill/>
          </a:ln>
        </p:spPr>
        <p:txBody>
          <a:bodyPr wrap="square" lIns="36000" tIns="36000" rIns="36000" bIns="36000" anchor="ctr"/>
          <a:lstStyle/>
          <a:p>
            <a:pPr algn="ctr"/>
            <a:r>
              <a:rPr lang="en-US" sz="750" b="1" dirty="0">
                <a:solidFill>
                  <a:srgbClr val="388031"/>
                </a:solidFill>
              </a:rPr>
              <a:t>AI / ML PROCESSING</a:t>
            </a:r>
          </a:p>
        </p:txBody>
      </p:sp>
      <p:sp>
        <p:nvSpPr>
          <p:cNvPr id="221" name="Shape 221"/>
          <p:cNvSpPr/>
          <p:nvPr/>
        </p:nvSpPr>
        <p:spPr>
          <a:xfrm>
            <a:off x="4699000" y="1690079"/>
            <a:ext cx="2692400" cy="38100"/>
          </a:xfrm>
          <a:prstGeom prst="rect">
            <a:avLst/>
          </a:prstGeom>
          <a:solidFill>
            <a:srgbClr val="B22A20"/>
          </a:solidFill>
          <a:ln w="0">
            <a:noFill/>
          </a:ln>
        </p:spPr>
        <p:txBody>
          <a:bodyPr wrap="square" lIns="36000" tIns="36000" rIns="36000" bIns="36000" anchor="ctr"/>
          <a:lstStyle/>
          <a:p>
            <a:endParaRPr lang="en-US"/>
          </a:p>
        </p:txBody>
      </p:sp>
      <p:sp>
        <p:nvSpPr>
          <p:cNvPr id="222" name="Shape 222"/>
          <p:cNvSpPr/>
          <p:nvPr/>
        </p:nvSpPr>
        <p:spPr>
          <a:xfrm>
            <a:off x="4699000" y="1740879"/>
            <a:ext cx="2692400" cy="177800"/>
          </a:xfrm>
          <a:prstGeom prst="rect">
            <a:avLst/>
          </a:prstGeom>
          <a:noFill/>
          <a:ln w="0">
            <a:noFill/>
          </a:ln>
        </p:spPr>
        <p:txBody>
          <a:bodyPr wrap="square" lIns="36000" tIns="36000" rIns="36000" bIns="36000" anchor="ctr"/>
          <a:lstStyle/>
          <a:p>
            <a:pPr algn="ctr"/>
            <a:r>
              <a:rPr lang="en-US" sz="750" b="1" dirty="0">
                <a:solidFill>
                  <a:srgbClr val="B22A20"/>
                </a:solidFill>
              </a:rPr>
              <a:t>GENERATIVE AI LAYER</a:t>
            </a:r>
          </a:p>
        </p:txBody>
      </p:sp>
      <p:sp>
        <p:nvSpPr>
          <p:cNvPr id="223" name="Shape 223"/>
          <p:cNvSpPr/>
          <p:nvPr/>
        </p:nvSpPr>
        <p:spPr>
          <a:xfrm>
            <a:off x="7645400" y="1690079"/>
            <a:ext cx="1219200" cy="38100"/>
          </a:xfrm>
          <a:prstGeom prst="rect">
            <a:avLst/>
          </a:prstGeom>
          <a:solidFill>
            <a:srgbClr val="2B5A94"/>
          </a:solidFill>
          <a:ln w="0">
            <a:noFill/>
          </a:ln>
        </p:spPr>
        <p:txBody>
          <a:bodyPr wrap="square" lIns="36000" tIns="36000" rIns="36000" bIns="36000" anchor="ctr"/>
          <a:lstStyle/>
          <a:p>
            <a:endParaRPr lang="en-US"/>
          </a:p>
        </p:txBody>
      </p:sp>
      <p:sp>
        <p:nvSpPr>
          <p:cNvPr id="224" name="Shape 224"/>
          <p:cNvSpPr/>
          <p:nvPr/>
        </p:nvSpPr>
        <p:spPr>
          <a:xfrm>
            <a:off x="7645400" y="1740879"/>
            <a:ext cx="1219200" cy="177800"/>
          </a:xfrm>
          <a:prstGeom prst="rect">
            <a:avLst/>
          </a:prstGeom>
          <a:noFill/>
          <a:ln w="0">
            <a:noFill/>
          </a:ln>
        </p:spPr>
        <p:txBody>
          <a:bodyPr wrap="square" lIns="36000" tIns="36000" rIns="36000" bIns="36000" anchor="ctr"/>
          <a:lstStyle/>
          <a:p>
            <a:pPr algn="ctr"/>
            <a:r>
              <a:rPr lang="en-US" sz="750" b="1" dirty="0">
                <a:solidFill>
                  <a:srgbClr val="2B5A94"/>
                </a:solidFill>
              </a:rPr>
              <a:t>OUTPUT</a:t>
            </a:r>
          </a:p>
        </p:txBody>
      </p:sp>
      <p:sp>
        <p:nvSpPr>
          <p:cNvPr id="225" name="Shape 225"/>
          <p:cNvSpPr/>
          <p:nvPr/>
        </p:nvSpPr>
        <p:spPr>
          <a:xfrm>
            <a:off x="279400" y="1875695"/>
            <a:ext cx="50800" cy="2476500"/>
          </a:xfrm>
          <a:prstGeom prst="rect">
            <a:avLst/>
          </a:prstGeom>
          <a:solidFill>
            <a:srgbClr val="388031"/>
          </a:solidFill>
          <a:ln w="0">
            <a:noFill/>
          </a:ln>
        </p:spPr>
        <p:txBody>
          <a:bodyPr wrap="square" lIns="36000" tIns="36000" rIns="36000" bIns="36000" anchor="ctr"/>
          <a:lstStyle/>
          <a:p>
            <a:endParaRPr lang="en-US"/>
          </a:p>
        </p:txBody>
      </p:sp>
      <p:sp>
        <p:nvSpPr>
          <p:cNvPr id="226" name="Shape 226"/>
          <p:cNvSpPr/>
          <p:nvPr/>
        </p:nvSpPr>
        <p:spPr>
          <a:xfrm>
            <a:off x="342900" y="2098432"/>
            <a:ext cx="2679700" cy="2476500"/>
          </a:xfrm>
          <a:prstGeom prst="rect">
            <a:avLst/>
          </a:prstGeom>
          <a:solidFill>
            <a:srgbClr val="F2F2F2"/>
          </a:solidFill>
          <a:ln w="0">
            <a:noFill/>
          </a:ln>
        </p:spPr>
        <p:txBody>
          <a:bodyPr wrap="square" lIns="36000" tIns="36000" rIns="36000" bIns="36000" anchor="ctr"/>
          <a:lstStyle/>
          <a:p>
            <a:pPr>
              <a:spcAft>
                <a:spcPts val="200"/>
              </a:spcAft>
              <a:buNone/>
            </a:pPr>
            <a:r>
              <a:rPr lang="en-US" sz="1400" b="1" dirty="0">
                <a:solidFill>
                  <a:srgbClr val="388031"/>
                </a:solidFill>
              </a:rPr>
              <a:t>AI/ML Components</a:t>
            </a:r>
          </a:p>
          <a:p>
            <a:pPr marL="114300" indent="-114300">
              <a:lnSpc>
                <a:spcPts val="1150"/>
              </a:lnSpc>
              <a:buFont typeface="Arial"/>
              <a:buChar char="•"/>
            </a:pPr>
            <a:r>
              <a:rPr lang="en-US" sz="1200" dirty="0">
                <a:solidFill>
                  <a:srgbClr val="333333"/>
                </a:solidFill>
              </a:rPr>
              <a:t>Sentence Transformer (MiniLM-L6-v2)</a:t>
            </a:r>
          </a:p>
          <a:p>
            <a:pPr marL="114300" indent="-114300">
              <a:lnSpc>
                <a:spcPts val="1150"/>
              </a:lnSpc>
              <a:buFont typeface="Arial"/>
              <a:buChar char="•"/>
            </a:pPr>
            <a:r>
              <a:rPr lang="en-US" sz="1200" dirty="0">
                <a:solidFill>
                  <a:srgbClr val="333333"/>
                </a:solidFill>
              </a:rPr>
              <a:t>FAISS IndexFlatL2 vector store</a:t>
            </a:r>
          </a:p>
          <a:p>
            <a:pPr marL="114300" indent="-114300">
              <a:lnSpc>
                <a:spcPts val="1150"/>
              </a:lnSpc>
              <a:buFont typeface="Arial"/>
              <a:buChar char="•"/>
            </a:pPr>
            <a:r>
              <a:rPr lang="en-US" sz="1200" dirty="0">
                <a:solidFill>
                  <a:srgbClr val="333333"/>
                </a:solidFill>
              </a:rPr>
              <a:t>Scipy Z-score anomaly detection</a:t>
            </a:r>
          </a:p>
          <a:p>
            <a:pPr marL="114300" indent="-114300">
              <a:lnSpc>
                <a:spcPts val="1150"/>
              </a:lnSpc>
              <a:buFont typeface="Arial"/>
              <a:buChar char="•"/>
            </a:pPr>
            <a:r>
              <a:rPr lang="en-US" sz="1200" dirty="0">
                <a:solidFill>
                  <a:srgbClr val="333333"/>
                </a:solidFill>
              </a:rPr>
              <a:t>Rule-based risk classification</a:t>
            </a:r>
          </a:p>
        </p:txBody>
      </p:sp>
      <p:sp>
        <p:nvSpPr>
          <p:cNvPr id="227" name="Shape 227"/>
          <p:cNvSpPr/>
          <p:nvPr/>
        </p:nvSpPr>
        <p:spPr>
          <a:xfrm>
            <a:off x="3200400" y="1875695"/>
            <a:ext cx="50800" cy="2476500"/>
          </a:xfrm>
          <a:prstGeom prst="rect">
            <a:avLst/>
          </a:prstGeom>
          <a:solidFill>
            <a:srgbClr val="B22A20"/>
          </a:solidFill>
          <a:ln w="0">
            <a:noFill/>
          </a:ln>
        </p:spPr>
        <p:txBody>
          <a:bodyPr wrap="square" lIns="36000" tIns="36000" rIns="36000" bIns="36000" anchor="ctr"/>
          <a:lstStyle/>
          <a:p>
            <a:endParaRPr lang="en-US"/>
          </a:p>
        </p:txBody>
      </p:sp>
      <p:sp>
        <p:nvSpPr>
          <p:cNvPr id="228" name="Shape 228"/>
          <p:cNvSpPr/>
          <p:nvPr/>
        </p:nvSpPr>
        <p:spPr>
          <a:xfrm>
            <a:off x="3263900" y="2098432"/>
            <a:ext cx="2679700" cy="2476500"/>
          </a:xfrm>
          <a:prstGeom prst="rect">
            <a:avLst/>
          </a:prstGeom>
          <a:solidFill>
            <a:srgbClr val="F2F2F2"/>
          </a:solidFill>
          <a:ln w="0">
            <a:noFill/>
          </a:ln>
        </p:spPr>
        <p:txBody>
          <a:bodyPr wrap="square" lIns="36000" tIns="36000" rIns="36000" bIns="36000" anchor="ctr"/>
          <a:lstStyle/>
          <a:p>
            <a:pPr>
              <a:spcAft>
                <a:spcPts val="200"/>
              </a:spcAft>
              <a:buNone/>
            </a:pPr>
            <a:r>
              <a:rPr lang="en-US" sz="1400" b="1" dirty="0">
                <a:solidFill>
                  <a:srgbClr val="B22A20"/>
                </a:solidFill>
              </a:rPr>
              <a:t>GenAI Enhancement</a:t>
            </a:r>
          </a:p>
          <a:p>
            <a:pPr marL="114300" indent="-114300">
              <a:lnSpc>
                <a:spcPts val="1150"/>
              </a:lnSpc>
              <a:buFont typeface="Arial"/>
              <a:buChar char="•"/>
            </a:pPr>
            <a:r>
              <a:rPr lang="en-US" sz="1200" dirty="0">
                <a:solidFill>
                  <a:srgbClr val="333333"/>
                </a:solidFill>
              </a:rPr>
              <a:t>Groq API + Llama 3.1 8B Instant</a:t>
            </a:r>
          </a:p>
          <a:p>
            <a:pPr marL="114300" indent="-114300">
              <a:lnSpc>
                <a:spcPts val="1150"/>
              </a:lnSpc>
              <a:buFont typeface="Arial"/>
              <a:buChar char="•"/>
            </a:pPr>
            <a:r>
              <a:rPr lang="en-US" sz="1200" dirty="0">
                <a:solidFill>
                  <a:srgbClr val="333333"/>
                </a:solidFill>
              </a:rPr>
              <a:t>Converts risk scores to plain English</a:t>
            </a:r>
          </a:p>
          <a:p>
            <a:pPr marL="114300" indent="-114300">
              <a:lnSpc>
                <a:spcPts val="1150"/>
              </a:lnSpc>
              <a:buFont typeface="Arial"/>
              <a:buChar char="•"/>
            </a:pPr>
            <a:r>
              <a:rPr lang="en-US" sz="1200" dirty="0">
                <a:solidFill>
                  <a:srgbClr val="333333"/>
                </a:solidFill>
              </a:rPr>
              <a:t>3-sentence actionable summaries</a:t>
            </a:r>
          </a:p>
          <a:p>
            <a:pPr marL="114300" indent="-114300">
              <a:lnSpc>
                <a:spcPts val="1150"/>
              </a:lnSpc>
              <a:buFont typeface="Arial"/>
              <a:buChar char="•"/>
            </a:pPr>
            <a:r>
              <a:rPr lang="en-US" sz="1200" dirty="0">
                <a:solidFill>
                  <a:srgbClr val="333333"/>
                </a:solidFill>
              </a:rPr>
              <a:t>For non-technical underwriters</a:t>
            </a:r>
          </a:p>
        </p:txBody>
      </p:sp>
      <p:sp>
        <p:nvSpPr>
          <p:cNvPr id="229" name="Shape 229"/>
          <p:cNvSpPr/>
          <p:nvPr/>
        </p:nvSpPr>
        <p:spPr>
          <a:xfrm>
            <a:off x="6121400" y="2098432"/>
            <a:ext cx="50800" cy="2476500"/>
          </a:xfrm>
          <a:prstGeom prst="rect">
            <a:avLst/>
          </a:prstGeom>
          <a:solidFill>
            <a:srgbClr val="8B5E00"/>
          </a:solidFill>
          <a:ln w="0">
            <a:noFill/>
          </a:ln>
        </p:spPr>
        <p:txBody>
          <a:bodyPr wrap="square" lIns="36000" tIns="36000" rIns="36000" bIns="36000" anchor="ctr"/>
          <a:lstStyle/>
          <a:p>
            <a:endParaRPr lang="en-US"/>
          </a:p>
        </p:txBody>
      </p:sp>
      <p:sp>
        <p:nvSpPr>
          <p:cNvPr id="230" name="Shape 230"/>
          <p:cNvSpPr/>
          <p:nvPr/>
        </p:nvSpPr>
        <p:spPr>
          <a:xfrm>
            <a:off x="6184900" y="2098432"/>
            <a:ext cx="2679700" cy="2476500"/>
          </a:xfrm>
          <a:prstGeom prst="rect">
            <a:avLst/>
          </a:prstGeom>
          <a:solidFill>
            <a:srgbClr val="F2F2F2"/>
          </a:solidFill>
          <a:ln w="0">
            <a:noFill/>
          </a:ln>
        </p:spPr>
        <p:txBody>
          <a:bodyPr wrap="square" lIns="36000" tIns="36000" rIns="36000" bIns="36000" anchor="ctr"/>
          <a:lstStyle/>
          <a:p>
            <a:pPr>
              <a:spcAft>
                <a:spcPts val="200"/>
              </a:spcAft>
              <a:buNone/>
            </a:pPr>
            <a:r>
              <a:rPr lang="en-US" sz="1400" b="1" dirty="0">
                <a:solidFill>
                  <a:srgbClr val="8B5E00"/>
                </a:solidFill>
              </a:rPr>
              <a:t>Key Innovation</a:t>
            </a:r>
          </a:p>
          <a:p>
            <a:pPr marL="114300" indent="-114300">
              <a:lnSpc>
                <a:spcPts val="1150"/>
              </a:lnSpc>
              <a:buFont typeface="Arial"/>
              <a:buChar char="•"/>
            </a:pPr>
            <a:r>
              <a:rPr lang="en-US" sz="1200" dirty="0">
                <a:solidFill>
                  <a:srgbClr val="333333"/>
                </a:solidFill>
              </a:rPr>
              <a:t>Combines structured + unstructured data</a:t>
            </a:r>
          </a:p>
          <a:p>
            <a:pPr marL="114300" indent="-114300">
              <a:lnSpc>
                <a:spcPts val="1150"/>
              </a:lnSpc>
              <a:buFont typeface="Arial"/>
              <a:buChar char="•"/>
            </a:pPr>
            <a:r>
              <a:rPr lang="en-US" sz="1200" dirty="0">
                <a:solidFill>
                  <a:srgbClr val="333333"/>
                </a:solidFill>
              </a:rPr>
              <a:t>Single embedding input</a:t>
            </a:r>
          </a:p>
          <a:p>
            <a:pPr marL="114300" indent="-114300">
              <a:lnSpc>
                <a:spcPts val="1150"/>
              </a:lnSpc>
              <a:buFont typeface="Arial"/>
              <a:buChar char="•"/>
            </a:pPr>
            <a:r>
              <a:rPr lang="en-US" sz="1200" dirty="0">
                <a:solidFill>
                  <a:srgbClr val="333333"/>
                </a:solidFill>
              </a:rPr>
              <a:t>Detects silent risk profiles</a:t>
            </a:r>
          </a:p>
          <a:p>
            <a:pPr marL="114300" indent="-114300">
              <a:lnSpc>
                <a:spcPts val="1150"/>
              </a:lnSpc>
              <a:buFont typeface="Arial"/>
              <a:buChar char="•"/>
            </a:pPr>
            <a:r>
              <a:rPr lang="en-US" sz="1200" dirty="0">
                <a:solidFill>
                  <a:srgbClr val="333333"/>
                </a:solidFill>
              </a:rPr>
              <a:t>Catches what rule-based systems miss</a:t>
            </a:r>
          </a:p>
        </p:txBody>
      </p:sp>
    </p:spTree>
    <p:extLst>
      <p:ext uri="{BB962C8B-B14F-4D97-AF65-F5344CB8AC3E}">
        <p14:creationId xmlns:p14="http://schemas.microsoft.com/office/powerpoint/2010/main" val="26478912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541B0-EC78-3F47-1EB6-1E71963E38EC}"/>
            </a:ext>
          </a:extLst>
        </p:cNvPr>
        <p:cNvGrpSpPr/>
        <p:nvPr/>
      </p:nvGrpSpPr>
      <p:grpSpPr>
        <a:xfrm>
          <a:off x="0" y="0"/>
          <a:ext cx="0" cy="0"/>
          <a:chOff x="0" y="0"/>
          <a:chExt cx="0" cy="0"/>
        </a:xfrm>
      </p:grpSpPr>
      <p:sp>
        <p:nvSpPr>
          <p:cNvPr id="137" name="S137">
            <a:extLst>
              <a:ext uri="{FF2B5EF4-FFF2-40B4-BE49-F238E27FC236}">
                <a16:creationId xmlns:a16="http://schemas.microsoft.com/office/drawing/2014/main" id="{40DEE607-51BA-3DC3-E9EF-C55330E4DD4E}"/>
              </a:ext>
            </a:extLst>
          </p:cNvPr>
          <p:cNvSpPr/>
          <p:nvPr/>
        </p:nvSpPr>
        <p:spPr>
          <a:xfrm>
            <a:off x="4919472" y="2728880"/>
            <a:ext cx="2006600" cy="1712152"/>
          </a:xfrm>
          <a:prstGeom prst="roundRect">
            <a:avLst>
              <a:gd name="adj" fmla="val 6000"/>
            </a:avLst>
          </a:prstGeom>
          <a:solidFill>
            <a:srgbClr val="F5F5F5"/>
          </a:solidFill>
          <a:ln w="0">
            <a:noFill/>
          </a:ln>
        </p:spPr>
        <p:txBody>
          <a:bodyPr wrap="square" lIns="36000" tIns="27000" rIns="36000" bIns="27000" anchor="t"/>
          <a:lstStyle/>
          <a:p>
            <a:endParaRPr lang="en-US" sz="1050" dirty="0"/>
          </a:p>
        </p:txBody>
      </p:sp>
      <p:sp>
        <p:nvSpPr>
          <p:cNvPr id="2" name="Title 1">
            <a:extLst>
              <a:ext uri="{FF2B5EF4-FFF2-40B4-BE49-F238E27FC236}">
                <a16:creationId xmlns:a16="http://schemas.microsoft.com/office/drawing/2014/main" id="{A659C761-2FEB-1B03-F92E-247058293AC9}"/>
              </a:ext>
            </a:extLst>
          </p:cNvPr>
          <p:cNvSpPr>
            <a:spLocks noGrp="1"/>
          </p:cNvSpPr>
          <p:nvPr>
            <p:ph type="title"/>
          </p:nvPr>
        </p:nvSpPr>
        <p:spPr/>
        <p:txBody>
          <a:bodyPr/>
          <a:lstStyle/>
          <a:p>
            <a:r>
              <a:t>Architecture &amp; Data Pipeline</a:t>
            </a:r>
          </a:p>
        </p:txBody>
      </p:sp>
      <p:sp>
        <p:nvSpPr>
          <p:cNvPr id="3" name="Footer Placeholder 2">
            <a:extLst>
              <a:ext uri="{FF2B5EF4-FFF2-40B4-BE49-F238E27FC236}">
                <a16:creationId xmlns:a16="http://schemas.microsoft.com/office/drawing/2014/main" id="{74BF7FF8-4036-EAF4-1269-A8A6FB32A4BF}"/>
              </a:ext>
            </a:extLst>
          </p:cNvPr>
          <p:cNvSpPr>
            <a:spLocks noGrp="1"/>
          </p:cNvSpPr>
          <p:nvPr>
            <p:ph type="ftr" sz="quarter" idx="11"/>
          </p:nvPr>
        </p:nvSpPr>
        <p:spPr/>
        <p:txBody>
          <a:bodyPr/>
          <a:lstStyle/>
          <a:p>
            <a:r>
              <a:rPr lang="en-IN" sz="800" dirty="0"/>
              <a:t>TCS confidential</a:t>
            </a:r>
          </a:p>
        </p:txBody>
      </p:sp>
      <p:sp>
        <p:nvSpPr>
          <p:cNvPr id="4" name="Slide Number Placeholder 3">
            <a:extLst>
              <a:ext uri="{FF2B5EF4-FFF2-40B4-BE49-F238E27FC236}">
                <a16:creationId xmlns:a16="http://schemas.microsoft.com/office/drawing/2014/main" id="{367739B5-397B-3468-956A-14D8E77C8A48}"/>
              </a:ext>
            </a:extLst>
          </p:cNvPr>
          <p:cNvSpPr>
            <a:spLocks noGrp="1"/>
          </p:cNvSpPr>
          <p:nvPr>
            <p:ph type="sldNum" sz="quarter" idx="12"/>
          </p:nvPr>
        </p:nvSpPr>
        <p:spPr/>
        <p:txBody>
          <a:bodyPr/>
          <a:lstStyle/>
          <a:p>
            <a:fld id="{662A0901-ACEF-4BE9-9C8C-C119B421173E}" type="slidenum">
              <a:rPr lang="en-IN" sz="800" smtClean="0"/>
              <a:t>5</a:t>
            </a:fld>
            <a:endParaRPr lang="en-IN" sz="800" dirty="0"/>
          </a:p>
        </p:txBody>
      </p:sp>
      <p:sp>
        <p:nvSpPr>
          <p:cNvPr id="127" name="S127">
            <a:extLst>
              <a:ext uri="{FF2B5EF4-FFF2-40B4-BE49-F238E27FC236}">
                <a16:creationId xmlns:a16="http://schemas.microsoft.com/office/drawing/2014/main" id="{2B5DA46A-6714-6A55-629F-F02FABCE9B06}"/>
              </a:ext>
            </a:extLst>
          </p:cNvPr>
          <p:cNvSpPr/>
          <p:nvPr/>
        </p:nvSpPr>
        <p:spPr>
          <a:xfrm>
            <a:off x="4919472" y="891764"/>
            <a:ext cx="2006600" cy="1555496"/>
          </a:xfrm>
          <a:prstGeom prst="roundRect">
            <a:avLst>
              <a:gd name="adj" fmla="val 6000"/>
            </a:avLst>
          </a:prstGeom>
          <a:solidFill>
            <a:srgbClr val="F5F5F5"/>
          </a:solidFill>
          <a:ln w="0">
            <a:noFill/>
          </a:ln>
        </p:spPr>
        <p:txBody>
          <a:bodyPr wrap="square" lIns="36000" tIns="27000" rIns="36000" bIns="27000" anchor="t"/>
          <a:lstStyle/>
          <a:p>
            <a:endParaRPr lang="en-US" sz="900"/>
          </a:p>
        </p:txBody>
      </p:sp>
      <p:sp>
        <p:nvSpPr>
          <p:cNvPr id="128" name="S128">
            <a:extLst>
              <a:ext uri="{FF2B5EF4-FFF2-40B4-BE49-F238E27FC236}">
                <a16:creationId xmlns:a16="http://schemas.microsoft.com/office/drawing/2014/main" id="{11A335BB-81FC-34E1-9EA5-02C349CA3FD8}"/>
              </a:ext>
            </a:extLst>
          </p:cNvPr>
          <p:cNvSpPr/>
          <p:nvPr/>
        </p:nvSpPr>
        <p:spPr>
          <a:xfrm>
            <a:off x="4970272" y="891764"/>
            <a:ext cx="1905000" cy="50800"/>
          </a:xfrm>
          <a:prstGeom prst="rect">
            <a:avLst/>
          </a:prstGeom>
          <a:solidFill>
            <a:srgbClr val="2B5A94"/>
          </a:solidFill>
          <a:ln w="0">
            <a:noFill/>
          </a:ln>
        </p:spPr>
        <p:txBody>
          <a:bodyPr wrap="square" lIns="36000" tIns="27000" rIns="36000" bIns="27000" anchor="t"/>
          <a:lstStyle/>
          <a:p>
            <a:endParaRPr lang="en-US" sz="1050"/>
          </a:p>
        </p:txBody>
      </p:sp>
      <p:sp>
        <p:nvSpPr>
          <p:cNvPr id="129" name="S129">
            <a:extLst>
              <a:ext uri="{FF2B5EF4-FFF2-40B4-BE49-F238E27FC236}">
                <a16:creationId xmlns:a16="http://schemas.microsoft.com/office/drawing/2014/main" id="{7128CE10-07D8-EA0E-E44F-3BE790BC51D5}"/>
              </a:ext>
            </a:extLst>
          </p:cNvPr>
          <p:cNvSpPr/>
          <p:nvPr/>
        </p:nvSpPr>
        <p:spPr>
          <a:xfrm>
            <a:off x="5021072" y="1018764"/>
            <a:ext cx="1803400" cy="254000"/>
          </a:xfrm>
          <a:prstGeom prst="rect">
            <a:avLst/>
          </a:prstGeom>
          <a:noFill/>
          <a:ln w="0">
            <a:noFill/>
          </a:ln>
        </p:spPr>
        <p:txBody>
          <a:bodyPr wrap="square" lIns="36000" tIns="27000" rIns="36000" bIns="27000" anchor="ctr"/>
          <a:lstStyle/>
          <a:p>
            <a:pPr algn="ctr"/>
            <a:r>
              <a:rPr lang="en-US" sz="1600" b="1" dirty="0">
                <a:solidFill>
                  <a:srgbClr val="2B5A94"/>
                </a:solidFill>
              </a:rPr>
              <a:t>Platform</a:t>
            </a:r>
          </a:p>
        </p:txBody>
      </p:sp>
      <p:sp>
        <p:nvSpPr>
          <p:cNvPr id="130" name="S130">
            <a:extLst>
              <a:ext uri="{FF2B5EF4-FFF2-40B4-BE49-F238E27FC236}">
                <a16:creationId xmlns:a16="http://schemas.microsoft.com/office/drawing/2014/main" id="{101D5E19-54D7-D1CB-CAEC-D56F3689435A}"/>
              </a:ext>
            </a:extLst>
          </p:cNvPr>
          <p:cNvSpPr/>
          <p:nvPr/>
        </p:nvSpPr>
        <p:spPr>
          <a:xfrm>
            <a:off x="5071872" y="1323564"/>
            <a:ext cx="1701800" cy="12700"/>
          </a:xfrm>
          <a:prstGeom prst="rect">
            <a:avLst/>
          </a:prstGeom>
          <a:solidFill>
            <a:srgbClr val="2B5A94"/>
          </a:solidFill>
          <a:ln w="0">
            <a:noFill/>
          </a:ln>
        </p:spPr>
        <p:txBody>
          <a:bodyPr wrap="square" lIns="36000" tIns="27000" rIns="36000" bIns="27000" anchor="t"/>
          <a:lstStyle/>
          <a:p>
            <a:endParaRPr lang="en-US" sz="1050"/>
          </a:p>
        </p:txBody>
      </p:sp>
      <p:sp>
        <p:nvSpPr>
          <p:cNvPr id="131" name="S131">
            <a:extLst>
              <a:ext uri="{FF2B5EF4-FFF2-40B4-BE49-F238E27FC236}">
                <a16:creationId xmlns:a16="http://schemas.microsoft.com/office/drawing/2014/main" id="{BDBB1CA8-5F3A-DFE8-E76D-516A20AC91BA}"/>
              </a:ext>
            </a:extLst>
          </p:cNvPr>
          <p:cNvSpPr/>
          <p:nvPr/>
        </p:nvSpPr>
        <p:spPr>
          <a:xfrm>
            <a:off x="5021072" y="1412464"/>
            <a:ext cx="1803400" cy="870748"/>
          </a:xfrm>
          <a:prstGeom prst="rect">
            <a:avLst/>
          </a:prstGeom>
          <a:noFill/>
          <a:ln w="0">
            <a:noFill/>
          </a:ln>
        </p:spPr>
        <p:txBody>
          <a:bodyPr wrap="square" lIns="36000" tIns="27000" rIns="36000" bIns="27000" anchor="t"/>
          <a:lstStyle/>
          <a:p>
            <a:pPr marL="114300" indent="-114300" algn="l">
              <a:lnSpc>
                <a:spcPts val="1400"/>
              </a:lnSpc>
              <a:buFont typeface="Arial"/>
              <a:buChar char="•"/>
            </a:pPr>
            <a:r>
              <a:rPr lang="en-US" sz="1200" dirty="0">
                <a:solidFill>
                  <a:srgbClr val="333333"/>
                </a:solidFill>
              </a:rPr>
              <a:t>VS Code + Jupyter Notebook</a:t>
            </a:r>
          </a:p>
          <a:p>
            <a:pPr marL="114300" indent="-114300" algn="l">
              <a:lnSpc>
                <a:spcPts val="1400"/>
              </a:lnSpc>
              <a:buFont typeface="Arial"/>
              <a:buChar char="•"/>
            </a:pPr>
            <a:r>
              <a:rPr lang="en-US" sz="1200" dirty="0">
                <a:solidFill>
                  <a:srgbClr val="333333"/>
                </a:solidFill>
              </a:rPr>
              <a:t>Groq Cloud API for LLM</a:t>
            </a:r>
          </a:p>
          <a:p>
            <a:pPr marL="114300" indent="-114300" algn="l">
              <a:lnSpc>
                <a:spcPts val="1400"/>
              </a:lnSpc>
              <a:buFont typeface="Arial"/>
              <a:buChar char="•"/>
            </a:pPr>
            <a:r>
              <a:rPr lang="en-US" sz="1200" dirty="0">
                <a:solidFill>
                  <a:srgbClr val="333333"/>
                </a:solidFill>
              </a:rPr>
              <a:t>No GPU required</a:t>
            </a:r>
          </a:p>
          <a:p>
            <a:pPr marL="114300" indent="-114300" algn="l">
              <a:lnSpc>
                <a:spcPts val="1400"/>
              </a:lnSpc>
              <a:buFont typeface="Arial"/>
              <a:buChar char="•"/>
            </a:pPr>
            <a:r>
              <a:rPr lang="en-US" sz="1200" dirty="0">
                <a:solidFill>
                  <a:srgbClr val="333333"/>
                </a:solidFill>
              </a:rPr>
              <a:t>Local Python execution</a:t>
            </a:r>
          </a:p>
        </p:txBody>
      </p:sp>
      <p:sp>
        <p:nvSpPr>
          <p:cNvPr id="132" name="S132">
            <a:extLst>
              <a:ext uri="{FF2B5EF4-FFF2-40B4-BE49-F238E27FC236}">
                <a16:creationId xmlns:a16="http://schemas.microsoft.com/office/drawing/2014/main" id="{3E9A404C-D8C9-9197-715C-00715DFE522E}"/>
              </a:ext>
            </a:extLst>
          </p:cNvPr>
          <p:cNvSpPr/>
          <p:nvPr/>
        </p:nvSpPr>
        <p:spPr>
          <a:xfrm>
            <a:off x="7053072" y="891764"/>
            <a:ext cx="2006600" cy="1555496"/>
          </a:xfrm>
          <a:prstGeom prst="roundRect">
            <a:avLst>
              <a:gd name="adj" fmla="val 6000"/>
            </a:avLst>
          </a:prstGeom>
          <a:solidFill>
            <a:srgbClr val="F5F5F5"/>
          </a:solidFill>
          <a:ln w="0">
            <a:noFill/>
          </a:ln>
        </p:spPr>
        <p:txBody>
          <a:bodyPr wrap="square" lIns="36000" tIns="27000" rIns="36000" bIns="27000" anchor="t"/>
          <a:lstStyle/>
          <a:p>
            <a:endParaRPr lang="en-US" sz="1050"/>
          </a:p>
        </p:txBody>
      </p:sp>
      <p:sp>
        <p:nvSpPr>
          <p:cNvPr id="133" name="S133">
            <a:extLst>
              <a:ext uri="{FF2B5EF4-FFF2-40B4-BE49-F238E27FC236}">
                <a16:creationId xmlns:a16="http://schemas.microsoft.com/office/drawing/2014/main" id="{E88FFCB5-4855-F438-489B-3FAA93DB6A6B}"/>
              </a:ext>
            </a:extLst>
          </p:cNvPr>
          <p:cNvSpPr/>
          <p:nvPr/>
        </p:nvSpPr>
        <p:spPr>
          <a:xfrm>
            <a:off x="7103872" y="891764"/>
            <a:ext cx="1905000" cy="50800"/>
          </a:xfrm>
          <a:prstGeom prst="rect">
            <a:avLst/>
          </a:prstGeom>
          <a:solidFill>
            <a:srgbClr val="388031"/>
          </a:solidFill>
          <a:ln w="0">
            <a:noFill/>
          </a:ln>
        </p:spPr>
        <p:txBody>
          <a:bodyPr wrap="square" lIns="36000" tIns="27000" rIns="36000" bIns="27000" anchor="t"/>
          <a:lstStyle/>
          <a:p>
            <a:endParaRPr lang="en-US" sz="1050"/>
          </a:p>
        </p:txBody>
      </p:sp>
      <p:sp>
        <p:nvSpPr>
          <p:cNvPr id="134" name="S134">
            <a:extLst>
              <a:ext uri="{FF2B5EF4-FFF2-40B4-BE49-F238E27FC236}">
                <a16:creationId xmlns:a16="http://schemas.microsoft.com/office/drawing/2014/main" id="{D1D0F322-4A3A-C2A4-BC90-382A405313BF}"/>
              </a:ext>
            </a:extLst>
          </p:cNvPr>
          <p:cNvSpPr/>
          <p:nvPr/>
        </p:nvSpPr>
        <p:spPr>
          <a:xfrm>
            <a:off x="7154672" y="1018764"/>
            <a:ext cx="1803400" cy="254000"/>
          </a:xfrm>
          <a:prstGeom prst="rect">
            <a:avLst/>
          </a:prstGeom>
          <a:noFill/>
          <a:ln w="0">
            <a:noFill/>
          </a:ln>
        </p:spPr>
        <p:txBody>
          <a:bodyPr wrap="square" lIns="36000" tIns="27000" rIns="36000" bIns="27000" anchor="ctr"/>
          <a:lstStyle/>
          <a:p>
            <a:pPr algn="ctr"/>
            <a:r>
              <a:rPr lang="en-US" sz="1600" b="1" dirty="0">
                <a:solidFill>
                  <a:srgbClr val="388031"/>
                </a:solidFill>
              </a:rPr>
              <a:t>Vector Database</a:t>
            </a:r>
          </a:p>
        </p:txBody>
      </p:sp>
      <p:sp>
        <p:nvSpPr>
          <p:cNvPr id="135" name="S135">
            <a:extLst>
              <a:ext uri="{FF2B5EF4-FFF2-40B4-BE49-F238E27FC236}">
                <a16:creationId xmlns:a16="http://schemas.microsoft.com/office/drawing/2014/main" id="{3BA7CA42-04EC-8C41-8F58-9B77D9BEDB4A}"/>
              </a:ext>
            </a:extLst>
          </p:cNvPr>
          <p:cNvSpPr/>
          <p:nvPr/>
        </p:nvSpPr>
        <p:spPr>
          <a:xfrm>
            <a:off x="7205472" y="1323564"/>
            <a:ext cx="1701800" cy="12700"/>
          </a:xfrm>
          <a:prstGeom prst="rect">
            <a:avLst/>
          </a:prstGeom>
          <a:solidFill>
            <a:srgbClr val="388031"/>
          </a:solidFill>
          <a:ln w="0">
            <a:noFill/>
          </a:ln>
        </p:spPr>
        <p:txBody>
          <a:bodyPr wrap="square" lIns="36000" tIns="27000" rIns="36000" bIns="27000" anchor="t"/>
          <a:lstStyle/>
          <a:p>
            <a:endParaRPr lang="en-US" sz="1050"/>
          </a:p>
        </p:txBody>
      </p:sp>
      <p:sp>
        <p:nvSpPr>
          <p:cNvPr id="136" name="S136">
            <a:extLst>
              <a:ext uri="{FF2B5EF4-FFF2-40B4-BE49-F238E27FC236}">
                <a16:creationId xmlns:a16="http://schemas.microsoft.com/office/drawing/2014/main" id="{203A989E-E137-F855-528E-EAE77F6C5BA2}"/>
              </a:ext>
            </a:extLst>
          </p:cNvPr>
          <p:cNvSpPr/>
          <p:nvPr/>
        </p:nvSpPr>
        <p:spPr>
          <a:xfrm>
            <a:off x="7154672" y="1412464"/>
            <a:ext cx="1803400" cy="926879"/>
          </a:xfrm>
          <a:prstGeom prst="rect">
            <a:avLst/>
          </a:prstGeom>
          <a:noFill/>
          <a:ln w="0">
            <a:noFill/>
          </a:ln>
        </p:spPr>
        <p:txBody>
          <a:bodyPr wrap="square" lIns="36000" tIns="27000" rIns="36000" bIns="27000" anchor="t"/>
          <a:lstStyle/>
          <a:p>
            <a:pPr marL="114300" indent="-114300" algn="l">
              <a:lnSpc>
                <a:spcPts val="1400"/>
              </a:lnSpc>
              <a:buFont typeface="Arial"/>
              <a:buChar char="•"/>
            </a:pPr>
            <a:r>
              <a:rPr lang="en-US" sz="1200" dirty="0">
                <a:solidFill>
                  <a:srgbClr val="333333"/>
                </a:solidFill>
              </a:rPr>
              <a:t>FAISS IndexFlatL2</a:t>
            </a:r>
          </a:p>
          <a:p>
            <a:pPr marL="114300" indent="-114300" algn="l">
              <a:lnSpc>
                <a:spcPts val="1400"/>
              </a:lnSpc>
              <a:buFont typeface="Arial"/>
              <a:buChar char="•"/>
            </a:pPr>
            <a:r>
              <a:rPr lang="en-US" sz="1200" dirty="0">
                <a:solidFill>
                  <a:srgbClr val="333333"/>
                </a:solidFill>
              </a:rPr>
              <a:t>400 vectors stored</a:t>
            </a:r>
          </a:p>
          <a:p>
            <a:pPr marL="114300" indent="-114300" algn="l">
              <a:lnSpc>
                <a:spcPts val="1400"/>
              </a:lnSpc>
              <a:buFont typeface="Arial"/>
              <a:buChar char="•"/>
            </a:pPr>
            <a:r>
              <a:rPr lang="en-US" sz="1200" dirty="0">
                <a:solidFill>
                  <a:srgbClr val="333333"/>
                </a:solidFill>
              </a:rPr>
              <a:t>384 dimensions per vector</a:t>
            </a:r>
          </a:p>
          <a:p>
            <a:pPr marL="114300" indent="-114300" algn="l">
              <a:lnSpc>
                <a:spcPts val="1400"/>
              </a:lnSpc>
              <a:buFont typeface="Arial"/>
              <a:buChar char="•"/>
            </a:pPr>
            <a:r>
              <a:rPr lang="en-US" sz="1200" dirty="0">
                <a:solidFill>
                  <a:srgbClr val="333333"/>
                </a:solidFill>
              </a:rPr>
              <a:t>L2 distance similarity</a:t>
            </a:r>
          </a:p>
        </p:txBody>
      </p:sp>
      <p:sp>
        <p:nvSpPr>
          <p:cNvPr id="138" name="S138">
            <a:extLst>
              <a:ext uri="{FF2B5EF4-FFF2-40B4-BE49-F238E27FC236}">
                <a16:creationId xmlns:a16="http://schemas.microsoft.com/office/drawing/2014/main" id="{62C4507E-35AE-E6D6-C490-0B4ADFF37C77}"/>
              </a:ext>
            </a:extLst>
          </p:cNvPr>
          <p:cNvSpPr/>
          <p:nvPr/>
        </p:nvSpPr>
        <p:spPr>
          <a:xfrm>
            <a:off x="4970272" y="2728880"/>
            <a:ext cx="1905000" cy="50800"/>
          </a:xfrm>
          <a:prstGeom prst="rect">
            <a:avLst/>
          </a:prstGeom>
          <a:solidFill>
            <a:srgbClr val="B5431E"/>
          </a:solidFill>
          <a:ln w="0">
            <a:noFill/>
          </a:ln>
        </p:spPr>
        <p:txBody>
          <a:bodyPr wrap="square" lIns="36000" tIns="27000" rIns="36000" bIns="27000" anchor="t"/>
          <a:lstStyle/>
          <a:p>
            <a:endParaRPr lang="en-US" sz="1050"/>
          </a:p>
        </p:txBody>
      </p:sp>
      <p:sp>
        <p:nvSpPr>
          <p:cNvPr id="139" name="S139">
            <a:extLst>
              <a:ext uri="{FF2B5EF4-FFF2-40B4-BE49-F238E27FC236}">
                <a16:creationId xmlns:a16="http://schemas.microsoft.com/office/drawing/2014/main" id="{26F6A41B-471E-FB1B-1C84-78C50B345102}"/>
              </a:ext>
            </a:extLst>
          </p:cNvPr>
          <p:cNvSpPr/>
          <p:nvPr/>
        </p:nvSpPr>
        <p:spPr>
          <a:xfrm>
            <a:off x="5021072" y="2855880"/>
            <a:ext cx="1803400" cy="254000"/>
          </a:xfrm>
          <a:prstGeom prst="rect">
            <a:avLst/>
          </a:prstGeom>
          <a:noFill/>
          <a:ln w="0">
            <a:noFill/>
          </a:ln>
        </p:spPr>
        <p:txBody>
          <a:bodyPr wrap="square" lIns="36000" tIns="27000" rIns="36000" bIns="27000" anchor="ctr"/>
          <a:lstStyle/>
          <a:p>
            <a:pPr algn="ctr"/>
            <a:r>
              <a:rPr lang="en-US" sz="1600" b="1" dirty="0">
                <a:solidFill>
                  <a:srgbClr val="B5431E"/>
                </a:solidFill>
              </a:rPr>
              <a:t>Model Orchestration</a:t>
            </a:r>
          </a:p>
        </p:txBody>
      </p:sp>
      <p:sp>
        <p:nvSpPr>
          <p:cNvPr id="140" name="S140">
            <a:extLst>
              <a:ext uri="{FF2B5EF4-FFF2-40B4-BE49-F238E27FC236}">
                <a16:creationId xmlns:a16="http://schemas.microsoft.com/office/drawing/2014/main" id="{968E57E3-3055-26B7-9BE0-9ECD99B67635}"/>
              </a:ext>
            </a:extLst>
          </p:cNvPr>
          <p:cNvSpPr/>
          <p:nvPr/>
        </p:nvSpPr>
        <p:spPr>
          <a:xfrm>
            <a:off x="5071872" y="3209448"/>
            <a:ext cx="1701800" cy="12700"/>
          </a:xfrm>
          <a:prstGeom prst="rect">
            <a:avLst/>
          </a:prstGeom>
          <a:solidFill>
            <a:srgbClr val="B5431E"/>
          </a:solidFill>
          <a:ln w="0">
            <a:noFill/>
          </a:ln>
        </p:spPr>
        <p:txBody>
          <a:bodyPr wrap="square" lIns="36000" tIns="27000" rIns="36000" bIns="27000" anchor="t"/>
          <a:lstStyle/>
          <a:p>
            <a:endParaRPr lang="en-US" sz="1050"/>
          </a:p>
        </p:txBody>
      </p:sp>
      <p:sp>
        <p:nvSpPr>
          <p:cNvPr id="141" name="S141">
            <a:extLst>
              <a:ext uri="{FF2B5EF4-FFF2-40B4-BE49-F238E27FC236}">
                <a16:creationId xmlns:a16="http://schemas.microsoft.com/office/drawing/2014/main" id="{8A3C787E-1D45-6CA9-4DFC-FBCBE38F1A90}"/>
              </a:ext>
            </a:extLst>
          </p:cNvPr>
          <p:cNvSpPr/>
          <p:nvPr/>
        </p:nvSpPr>
        <p:spPr>
          <a:xfrm>
            <a:off x="5021072" y="3249580"/>
            <a:ext cx="1803400" cy="1191452"/>
          </a:xfrm>
          <a:prstGeom prst="rect">
            <a:avLst/>
          </a:prstGeom>
          <a:noFill/>
          <a:ln w="0">
            <a:noFill/>
          </a:ln>
        </p:spPr>
        <p:txBody>
          <a:bodyPr wrap="square" lIns="36000" tIns="27000" rIns="36000" bIns="27000" anchor="t"/>
          <a:lstStyle/>
          <a:p>
            <a:pPr marL="114300" indent="-114300" algn="l">
              <a:lnSpc>
                <a:spcPts val="1400"/>
              </a:lnSpc>
              <a:buFont typeface="Arial"/>
              <a:buChar char="•"/>
            </a:pPr>
            <a:r>
              <a:rPr lang="en-US" sz="1200" dirty="0">
                <a:solidFill>
                  <a:srgbClr val="333333"/>
                </a:solidFill>
              </a:rPr>
              <a:t>Custom Python RAG pipeline</a:t>
            </a:r>
          </a:p>
          <a:p>
            <a:pPr marL="114300" indent="-114300" algn="l">
              <a:lnSpc>
                <a:spcPts val="1400"/>
              </a:lnSpc>
              <a:buFont typeface="Arial"/>
              <a:buChar char="•"/>
            </a:pPr>
            <a:r>
              <a:rPr lang="en-US" sz="1200" dirty="0">
                <a:solidFill>
                  <a:srgbClr val="333333"/>
                </a:solidFill>
              </a:rPr>
              <a:t>FAISS retrieval + Groq generation</a:t>
            </a:r>
          </a:p>
          <a:p>
            <a:pPr marL="114300" indent="-114300" algn="l">
              <a:lnSpc>
                <a:spcPts val="1400"/>
              </a:lnSpc>
              <a:buFont typeface="Arial"/>
              <a:buChar char="•"/>
            </a:pPr>
            <a:r>
              <a:rPr lang="en-US" sz="1200" dirty="0">
                <a:solidFill>
                  <a:srgbClr val="333333"/>
                </a:solidFill>
              </a:rPr>
              <a:t>No external framework</a:t>
            </a:r>
          </a:p>
          <a:p>
            <a:pPr marL="114300" indent="-114300" algn="l">
              <a:lnSpc>
                <a:spcPts val="1400"/>
              </a:lnSpc>
              <a:buFont typeface="Arial"/>
              <a:buChar char="•"/>
            </a:pPr>
            <a:r>
              <a:rPr lang="en-US" sz="1200" dirty="0">
                <a:solidFill>
                  <a:srgbClr val="333333"/>
                </a:solidFill>
              </a:rPr>
              <a:t>Full end-to-end control</a:t>
            </a:r>
          </a:p>
        </p:txBody>
      </p:sp>
      <p:sp>
        <p:nvSpPr>
          <p:cNvPr id="142" name="S142">
            <a:extLst>
              <a:ext uri="{FF2B5EF4-FFF2-40B4-BE49-F238E27FC236}">
                <a16:creationId xmlns:a16="http://schemas.microsoft.com/office/drawing/2014/main" id="{7D675489-6179-9E8E-8753-AE7783902705}"/>
              </a:ext>
            </a:extLst>
          </p:cNvPr>
          <p:cNvSpPr/>
          <p:nvPr/>
        </p:nvSpPr>
        <p:spPr>
          <a:xfrm>
            <a:off x="7053072" y="2728880"/>
            <a:ext cx="2006600" cy="1712152"/>
          </a:xfrm>
          <a:prstGeom prst="roundRect">
            <a:avLst>
              <a:gd name="adj" fmla="val 6000"/>
            </a:avLst>
          </a:prstGeom>
          <a:solidFill>
            <a:srgbClr val="F5F5F5"/>
          </a:solidFill>
          <a:ln w="0">
            <a:noFill/>
          </a:ln>
        </p:spPr>
        <p:txBody>
          <a:bodyPr wrap="square" lIns="36000" tIns="27000" rIns="36000" bIns="27000" anchor="t"/>
          <a:lstStyle/>
          <a:p>
            <a:endParaRPr lang="en-US" sz="1050"/>
          </a:p>
        </p:txBody>
      </p:sp>
      <p:sp>
        <p:nvSpPr>
          <p:cNvPr id="143" name="S143">
            <a:extLst>
              <a:ext uri="{FF2B5EF4-FFF2-40B4-BE49-F238E27FC236}">
                <a16:creationId xmlns:a16="http://schemas.microsoft.com/office/drawing/2014/main" id="{63C55784-216C-557B-B569-0FC8063339ED}"/>
              </a:ext>
            </a:extLst>
          </p:cNvPr>
          <p:cNvSpPr/>
          <p:nvPr/>
        </p:nvSpPr>
        <p:spPr>
          <a:xfrm>
            <a:off x="7103872" y="2728880"/>
            <a:ext cx="1905000" cy="50800"/>
          </a:xfrm>
          <a:prstGeom prst="rect">
            <a:avLst/>
          </a:prstGeom>
          <a:solidFill>
            <a:srgbClr val="8B5E00"/>
          </a:solidFill>
          <a:ln w="0">
            <a:noFill/>
          </a:ln>
        </p:spPr>
        <p:txBody>
          <a:bodyPr wrap="square" lIns="36000" tIns="27000" rIns="36000" bIns="27000" anchor="t"/>
          <a:lstStyle/>
          <a:p>
            <a:endParaRPr lang="en-US" sz="1050"/>
          </a:p>
        </p:txBody>
      </p:sp>
      <p:sp>
        <p:nvSpPr>
          <p:cNvPr id="144" name="S144">
            <a:extLst>
              <a:ext uri="{FF2B5EF4-FFF2-40B4-BE49-F238E27FC236}">
                <a16:creationId xmlns:a16="http://schemas.microsoft.com/office/drawing/2014/main" id="{ECC3DBB3-2264-E7E6-D28C-0FE05E264094}"/>
              </a:ext>
            </a:extLst>
          </p:cNvPr>
          <p:cNvSpPr/>
          <p:nvPr/>
        </p:nvSpPr>
        <p:spPr>
          <a:xfrm>
            <a:off x="7154672" y="2855880"/>
            <a:ext cx="1803400" cy="254000"/>
          </a:xfrm>
          <a:prstGeom prst="rect">
            <a:avLst/>
          </a:prstGeom>
          <a:noFill/>
          <a:ln w="0">
            <a:noFill/>
          </a:ln>
        </p:spPr>
        <p:txBody>
          <a:bodyPr wrap="square" lIns="36000" tIns="27000" rIns="36000" bIns="27000" anchor="ctr"/>
          <a:lstStyle/>
          <a:p>
            <a:pPr algn="ctr"/>
            <a:r>
              <a:rPr lang="en-US" sz="1600" b="1" dirty="0">
                <a:solidFill>
                  <a:srgbClr val="8B5E00"/>
                </a:solidFill>
              </a:rPr>
              <a:t>Security / Governance</a:t>
            </a:r>
          </a:p>
        </p:txBody>
      </p:sp>
      <p:sp>
        <p:nvSpPr>
          <p:cNvPr id="145" name="S145">
            <a:extLst>
              <a:ext uri="{FF2B5EF4-FFF2-40B4-BE49-F238E27FC236}">
                <a16:creationId xmlns:a16="http://schemas.microsoft.com/office/drawing/2014/main" id="{AD5D2405-2F31-49A3-5625-DB83FC54F7BE}"/>
              </a:ext>
            </a:extLst>
          </p:cNvPr>
          <p:cNvSpPr/>
          <p:nvPr/>
        </p:nvSpPr>
        <p:spPr>
          <a:xfrm>
            <a:off x="7205472" y="3221640"/>
            <a:ext cx="1701800" cy="12700"/>
          </a:xfrm>
          <a:prstGeom prst="rect">
            <a:avLst/>
          </a:prstGeom>
          <a:solidFill>
            <a:srgbClr val="8B5E00"/>
          </a:solidFill>
          <a:ln w="0">
            <a:noFill/>
          </a:ln>
        </p:spPr>
        <p:txBody>
          <a:bodyPr wrap="square" lIns="36000" tIns="27000" rIns="36000" bIns="27000" anchor="t"/>
          <a:lstStyle/>
          <a:p>
            <a:endParaRPr lang="en-US" sz="1050"/>
          </a:p>
        </p:txBody>
      </p:sp>
      <p:sp>
        <p:nvSpPr>
          <p:cNvPr id="146" name="S146">
            <a:extLst>
              <a:ext uri="{FF2B5EF4-FFF2-40B4-BE49-F238E27FC236}">
                <a16:creationId xmlns:a16="http://schemas.microsoft.com/office/drawing/2014/main" id="{9FB5857E-A2BB-8416-A863-040C744879F3}"/>
              </a:ext>
            </a:extLst>
          </p:cNvPr>
          <p:cNvSpPr/>
          <p:nvPr/>
        </p:nvSpPr>
        <p:spPr>
          <a:xfrm>
            <a:off x="7154672" y="3249580"/>
            <a:ext cx="1803400" cy="1089852"/>
          </a:xfrm>
          <a:prstGeom prst="rect">
            <a:avLst/>
          </a:prstGeom>
          <a:noFill/>
          <a:ln w="0">
            <a:noFill/>
          </a:ln>
        </p:spPr>
        <p:txBody>
          <a:bodyPr wrap="square" lIns="36000" tIns="27000" rIns="36000" bIns="27000" anchor="t"/>
          <a:lstStyle/>
          <a:p>
            <a:pPr marL="114300" indent="-114300" algn="l">
              <a:lnSpc>
                <a:spcPts val="1400"/>
              </a:lnSpc>
              <a:buFont typeface="Arial"/>
              <a:buChar char="•"/>
            </a:pPr>
            <a:r>
              <a:rPr lang="en-US" sz="1200" dirty="0">
                <a:solidFill>
                  <a:srgbClr val="333333"/>
                </a:solidFill>
              </a:rPr>
              <a:t>Anonymized patient IDs</a:t>
            </a:r>
          </a:p>
          <a:p>
            <a:pPr marL="114300" indent="-114300" algn="l">
              <a:lnSpc>
                <a:spcPts val="1400"/>
              </a:lnSpc>
              <a:buFont typeface="Arial"/>
              <a:buChar char="•"/>
            </a:pPr>
            <a:r>
              <a:rPr lang="en-US" sz="1200" dirty="0">
                <a:solidFill>
                  <a:srgbClr val="333333"/>
                </a:solidFill>
              </a:rPr>
              <a:t>No PII in dataset (validated)</a:t>
            </a:r>
          </a:p>
          <a:p>
            <a:pPr marL="114300" indent="-114300" algn="l">
              <a:lnSpc>
                <a:spcPts val="1400"/>
              </a:lnSpc>
              <a:buFont typeface="Arial"/>
              <a:buChar char="•"/>
            </a:pPr>
            <a:r>
              <a:rPr lang="en-US" sz="1200" dirty="0">
                <a:solidFill>
                  <a:srgbClr val="333333"/>
                </a:solidFill>
              </a:rPr>
              <a:t>API key via env variable</a:t>
            </a:r>
          </a:p>
          <a:p>
            <a:pPr marL="114300" indent="-114300" algn="l">
              <a:lnSpc>
                <a:spcPts val="1400"/>
              </a:lnSpc>
              <a:buFont typeface="Arial"/>
              <a:buChar char="•"/>
            </a:pPr>
            <a:r>
              <a:rPr lang="en-US" sz="1200" dirty="0">
                <a:solidFill>
                  <a:srgbClr val="333333"/>
                </a:solidFill>
              </a:rPr>
              <a:t>LLM = decision-support only</a:t>
            </a:r>
          </a:p>
        </p:txBody>
      </p:sp>
      <p:pic>
        <p:nvPicPr>
          <p:cNvPr id="5" name="Picture 4">
            <a:extLst>
              <a:ext uri="{FF2B5EF4-FFF2-40B4-BE49-F238E27FC236}">
                <a16:creationId xmlns:a16="http://schemas.microsoft.com/office/drawing/2014/main" id="{ECBBAA02-34CF-9F76-1F44-B0FB92534970}"/>
              </a:ext>
            </a:extLst>
          </p:cNvPr>
          <p:cNvPicPr>
            <a:picLocks noChangeAspect="1"/>
          </p:cNvPicPr>
          <p:nvPr/>
        </p:nvPicPr>
        <p:blipFill>
          <a:blip r:embed="rId3"/>
          <a:stretch>
            <a:fillRect/>
          </a:stretch>
        </p:blipFill>
        <p:spPr>
          <a:xfrm>
            <a:off x="238570" y="423159"/>
            <a:ext cx="4561924" cy="4297182"/>
          </a:xfrm>
          <a:prstGeom prst="rect">
            <a:avLst/>
          </a:prstGeom>
          <a:ln>
            <a:solidFill>
              <a:schemeClr val="accent1">
                <a:lumMod val="75000"/>
              </a:schemeClr>
            </a:solidFill>
          </a:ln>
        </p:spPr>
      </p:pic>
    </p:spTree>
    <p:extLst>
      <p:ext uri="{BB962C8B-B14F-4D97-AF65-F5344CB8AC3E}">
        <p14:creationId xmlns:p14="http://schemas.microsoft.com/office/powerpoint/2010/main" val="41841095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281D8-D2BD-B7CF-9934-03C43975A001}"/>
              </a:ext>
            </a:extLst>
          </p:cNvPr>
          <p:cNvSpPr>
            <a:spLocks noGrp="1"/>
          </p:cNvSpPr>
          <p:nvPr>
            <p:ph type="title"/>
          </p:nvPr>
        </p:nvSpPr>
        <p:spPr/>
        <p:txBody>
          <a:bodyPr/>
          <a:lstStyle/>
          <a:p>
            <a:r>
              <a:t>Dataset Description</a:t>
            </a:r>
          </a:p>
        </p:txBody>
      </p:sp>
      <p:sp>
        <p:nvSpPr>
          <p:cNvPr id="3" name="Footer Placeholder 2">
            <a:extLst>
              <a:ext uri="{FF2B5EF4-FFF2-40B4-BE49-F238E27FC236}">
                <a16:creationId xmlns:a16="http://schemas.microsoft.com/office/drawing/2014/main" id="{A77B27EB-73B7-839B-E424-2A58DCD39F25}"/>
              </a:ext>
            </a:extLst>
          </p:cNvPr>
          <p:cNvSpPr>
            <a:spLocks noGrp="1"/>
          </p:cNvSpPr>
          <p:nvPr>
            <p:ph type="ftr" sz="quarter" idx="11"/>
          </p:nvPr>
        </p:nvSpPr>
        <p:spPr/>
        <p:txBody>
          <a:bodyPr/>
          <a:lstStyle/>
          <a:p>
            <a:r>
              <a:rPr lang="en-IN" sz="800" dirty="0"/>
              <a:t>TCS confidential</a:t>
            </a:r>
          </a:p>
        </p:txBody>
      </p:sp>
      <p:sp>
        <p:nvSpPr>
          <p:cNvPr id="4" name="Slide Number Placeholder 3">
            <a:extLst>
              <a:ext uri="{FF2B5EF4-FFF2-40B4-BE49-F238E27FC236}">
                <a16:creationId xmlns:a16="http://schemas.microsoft.com/office/drawing/2014/main" id="{84E8ADFB-A799-2661-526B-BB81304D51BC}"/>
              </a:ext>
            </a:extLst>
          </p:cNvPr>
          <p:cNvSpPr>
            <a:spLocks noGrp="1"/>
          </p:cNvSpPr>
          <p:nvPr>
            <p:ph type="sldNum" sz="quarter" idx="12"/>
          </p:nvPr>
        </p:nvSpPr>
        <p:spPr/>
        <p:txBody>
          <a:bodyPr/>
          <a:lstStyle/>
          <a:p>
            <a:fld id="{662A0901-ACEF-4BE9-9C8C-C119B421173E}" type="slidenum">
              <a:rPr lang="en-IN" sz="800" smtClean="0"/>
              <a:t>6</a:t>
            </a:fld>
            <a:endParaRPr lang="en-IN" sz="800" dirty="0"/>
          </a:p>
        </p:txBody>
      </p:sp>
      <p:sp>
        <p:nvSpPr>
          <p:cNvPr id="300" name="D300"/>
          <p:cNvSpPr/>
          <p:nvPr/>
        </p:nvSpPr>
        <p:spPr>
          <a:xfrm>
            <a:off x="304800" y="623278"/>
            <a:ext cx="2730500" cy="1498600"/>
          </a:xfrm>
          <a:prstGeom prst="roundRect">
            <a:avLst>
              <a:gd name="adj" fmla="val 8000"/>
            </a:avLst>
          </a:prstGeom>
          <a:solidFill>
            <a:srgbClr val="F0F0F0"/>
          </a:solidFill>
          <a:ln w="0">
            <a:noFill/>
          </a:ln>
        </p:spPr>
        <p:txBody>
          <a:bodyPr wrap="square" lIns="54000" tIns="36000" rIns="54000" bIns="36000" anchor="t"/>
          <a:lstStyle/>
          <a:p>
            <a:endParaRPr lang="en-US" sz="1050"/>
          </a:p>
        </p:txBody>
      </p:sp>
      <p:sp>
        <p:nvSpPr>
          <p:cNvPr id="301" name="D301"/>
          <p:cNvSpPr/>
          <p:nvPr/>
        </p:nvSpPr>
        <p:spPr>
          <a:xfrm>
            <a:off x="355600" y="623278"/>
            <a:ext cx="2628900" cy="50800"/>
          </a:xfrm>
          <a:prstGeom prst="rect">
            <a:avLst/>
          </a:prstGeom>
          <a:solidFill>
            <a:srgbClr val="2B5A94"/>
          </a:solidFill>
          <a:ln w="0">
            <a:noFill/>
          </a:ln>
        </p:spPr>
        <p:txBody>
          <a:bodyPr wrap="square" lIns="54000" tIns="36000" rIns="54000" bIns="36000" anchor="t"/>
          <a:lstStyle/>
          <a:p>
            <a:endParaRPr lang="en-US" sz="1050"/>
          </a:p>
        </p:txBody>
      </p:sp>
      <p:sp>
        <p:nvSpPr>
          <p:cNvPr id="302" name="D302"/>
          <p:cNvSpPr/>
          <p:nvPr/>
        </p:nvSpPr>
        <p:spPr>
          <a:xfrm>
            <a:off x="406400" y="737578"/>
            <a:ext cx="2527300" cy="228600"/>
          </a:xfrm>
          <a:prstGeom prst="rect">
            <a:avLst/>
          </a:prstGeom>
          <a:noFill/>
          <a:ln w="0">
            <a:noFill/>
          </a:ln>
        </p:spPr>
        <p:txBody>
          <a:bodyPr wrap="square" lIns="54000" tIns="36000" rIns="54000" bIns="36000" anchor="ctr"/>
          <a:lstStyle/>
          <a:p>
            <a:pPr algn="l"/>
            <a:r>
              <a:rPr lang="en-US" sz="1800" b="1" dirty="0">
                <a:solidFill>
                  <a:srgbClr val="2B5A94"/>
                </a:solidFill>
              </a:rPr>
              <a:t>Patients Dataset</a:t>
            </a:r>
          </a:p>
        </p:txBody>
      </p:sp>
      <p:sp>
        <p:nvSpPr>
          <p:cNvPr id="303" name="D303"/>
          <p:cNvSpPr/>
          <p:nvPr/>
        </p:nvSpPr>
        <p:spPr>
          <a:xfrm>
            <a:off x="431800" y="1029678"/>
            <a:ext cx="698500" cy="254000"/>
          </a:xfrm>
          <a:prstGeom prst="roundRect">
            <a:avLst>
              <a:gd name="adj" fmla="val 30000"/>
            </a:avLst>
          </a:prstGeom>
          <a:solidFill>
            <a:srgbClr val="2B5A94"/>
          </a:solidFill>
          <a:ln w="0">
            <a:noFill/>
          </a:ln>
        </p:spPr>
        <p:txBody>
          <a:bodyPr wrap="square" lIns="54000" tIns="36000" rIns="54000" bIns="36000" anchor="ctr"/>
          <a:lstStyle/>
          <a:p>
            <a:pPr algn="ctr"/>
            <a:r>
              <a:rPr lang="en-US" sz="1050" b="1" dirty="0">
                <a:solidFill>
                  <a:srgbClr val="FFFFFF"/>
                </a:solidFill>
              </a:rPr>
              <a:t>400 rows</a:t>
            </a:r>
          </a:p>
        </p:txBody>
      </p:sp>
      <p:sp>
        <p:nvSpPr>
          <p:cNvPr id="304" name="D304"/>
          <p:cNvSpPr/>
          <p:nvPr/>
        </p:nvSpPr>
        <p:spPr>
          <a:xfrm>
            <a:off x="1193800" y="1029678"/>
            <a:ext cx="698500" cy="254000"/>
          </a:xfrm>
          <a:prstGeom prst="roundRect">
            <a:avLst>
              <a:gd name="adj" fmla="val 30000"/>
            </a:avLst>
          </a:prstGeom>
          <a:solidFill>
            <a:srgbClr val="E0E0E0"/>
          </a:solidFill>
          <a:ln w="0">
            <a:noFill/>
          </a:ln>
        </p:spPr>
        <p:txBody>
          <a:bodyPr wrap="square" lIns="54000" tIns="36000" rIns="54000" bIns="36000" anchor="ctr"/>
          <a:lstStyle/>
          <a:p>
            <a:pPr algn="ctr"/>
            <a:r>
              <a:rPr lang="en-US" sz="1050" b="1" dirty="0">
                <a:solidFill>
                  <a:srgbClr val="333333"/>
                </a:solidFill>
              </a:rPr>
              <a:t>6 fields</a:t>
            </a:r>
          </a:p>
        </p:txBody>
      </p:sp>
      <p:sp>
        <p:nvSpPr>
          <p:cNvPr id="305" name="D305"/>
          <p:cNvSpPr/>
          <p:nvPr/>
        </p:nvSpPr>
        <p:spPr>
          <a:xfrm>
            <a:off x="406400" y="1359878"/>
            <a:ext cx="2527300" cy="685800"/>
          </a:xfrm>
          <a:prstGeom prst="rect">
            <a:avLst/>
          </a:prstGeom>
          <a:noFill/>
          <a:ln w="0">
            <a:noFill/>
          </a:ln>
        </p:spPr>
        <p:txBody>
          <a:bodyPr wrap="square" lIns="54000" tIns="36000" rIns="54000" bIns="36000" anchor="t"/>
          <a:lstStyle/>
          <a:p>
            <a:pPr algn="l">
              <a:lnSpc>
                <a:spcPts val="1200"/>
              </a:lnSpc>
              <a:buNone/>
            </a:pPr>
            <a:r>
              <a:rPr lang="en-US" sz="1200" dirty="0">
                <a:solidFill>
                  <a:srgbClr val="555555"/>
                </a:solidFill>
              </a:rPr>
              <a:t>patient_id, age, sex, bmi, smoker, diabetic</a:t>
            </a:r>
          </a:p>
          <a:p>
            <a:pPr algn="l">
              <a:lnSpc>
                <a:spcPts val="1200"/>
              </a:lnSpc>
              <a:buNone/>
            </a:pPr>
            <a:r>
              <a:rPr lang="en-US" sz="1100" i="1" dirty="0">
                <a:solidFill>
                  <a:srgbClr val="888888"/>
                </a:solidFill>
              </a:rPr>
              <a:t>Course material — confirmed anonymized</a:t>
            </a:r>
          </a:p>
        </p:txBody>
      </p:sp>
      <p:sp>
        <p:nvSpPr>
          <p:cNvPr id="306" name="D306"/>
          <p:cNvSpPr/>
          <p:nvPr/>
        </p:nvSpPr>
        <p:spPr>
          <a:xfrm>
            <a:off x="304800" y="2611318"/>
            <a:ext cx="2730500" cy="1702774"/>
          </a:xfrm>
          <a:prstGeom prst="roundRect">
            <a:avLst>
              <a:gd name="adj" fmla="val 8000"/>
            </a:avLst>
          </a:prstGeom>
          <a:solidFill>
            <a:srgbClr val="F0F0F0"/>
          </a:solidFill>
          <a:ln w="0">
            <a:noFill/>
          </a:ln>
        </p:spPr>
        <p:txBody>
          <a:bodyPr wrap="square" lIns="54000" tIns="36000" rIns="54000" bIns="36000" anchor="t"/>
          <a:lstStyle/>
          <a:p>
            <a:endParaRPr lang="en-US" sz="1050"/>
          </a:p>
        </p:txBody>
      </p:sp>
      <p:sp>
        <p:nvSpPr>
          <p:cNvPr id="307" name="D307"/>
          <p:cNvSpPr/>
          <p:nvPr/>
        </p:nvSpPr>
        <p:spPr>
          <a:xfrm>
            <a:off x="355600" y="2712918"/>
            <a:ext cx="2628900" cy="50800"/>
          </a:xfrm>
          <a:prstGeom prst="rect">
            <a:avLst/>
          </a:prstGeom>
          <a:solidFill>
            <a:srgbClr val="388031"/>
          </a:solidFill>
          <a:ln w="0">
            <a:noFill/>
          </a:ln>
        </p:spPr>
        <p:txBody>
          <a:bodyPr wrap="square" lIns="54000" tIns="36000" rIns="54000" bIns="36000" anchor="t"/>
          <a:lstStyle/>
          <a:p>
            <a:endParaRPr lang="en-US" sz="1050"/>
          </a:p>
        </p:txBody>
      </p:sp>
      <p:sp>
        <p:nvSpPr>
          <p:cNvPr id="308" name="D308"/>
          <p:cNvSpPr/>
          <p:nvPr/>
        </p:nvSpPr>
        <p:spPr>
          <a:xfrm>
            <a:off x="406400" y="2827218"/>
            <a:ext cx="2527300" cy="228600"/>
          </a:xfrm>
          <a:prstGeom prst="rect">
            <a:avLst/>
          </a:prstGeom>
          <a:noFill/>
          <a:ln w="0">
            <a:noFill/>
          </a:ln>
        </p:spPr>
        <p:txBody>
          <a:bodyPr wrap="square" lIns="54000" tIns="36000" rIns="54000" bIns="36000" anchor="ctr"/>
          <a:lstStyle/>
          <a:p>
            <a:pPr algn="l"/>
            <a:r>
              <a:rPr lang="en-US" sz="1800" b="1" dirty="0">
                <a:solidFill>
                  <a:srgbClr val="388031"/>
                </a:solidFill>
              </a:rPr>
              <a:t>Encounters Dataset</a:t>
            </a:r>
          </a:p>
        </p:txBody>
      </p:sp>
      <p:sp>
        <p:nvSpPr>
          <p:cNvPr id="309" name="D309"/>
          <p:cNvSpPr/>
          <p:nvPr/>
        </p:nvSpPr>
        <p:spPr>
          <a:xfrm>
            <a:off x="431799" y="3119318"/>
            <a:ext cx="822960" cy="274320"/>
          </a:xfrm>
          <a:prstGeom prst="roundRect">
            <a:avLst>
              <a:gd name="adj" fmla="val 30000"/>
            </a:avLst>
          </a:prstGeom>
          <a:solidFill>
            <a:srgbClr val="388031"/>
          </a:solidFill>
          <a:ln w="0">
            <a:noFill/>
          </a:ln>
        </p:spPr>
        <p:txBody>
          <a:bodyPr wrap="square" lIns="54000" tIns="36000" rIns="54000" bIns="36000" anchor="ctr"/>
          <a:lstStyle/>
          <a:p>
            <a:pPr algn="ctr"/>
            <a:r>
              <a:rPr lang="en-US" sz="1050" b="1" dirty="0">
                <a:solidFill>
                  <a:srgbClr val="FFFFFF"/>
                </a:solidFill>
              </a:rPr>
              <a:t>1,500 rows</a:t>
            </a:r>
          </a:p>
        </p:txBody>
      </p:sp>
      <p:sp>
        <p:nvSpPr>
          <p:cNvPr id="310" name="D310"/>
          <p:cNvSpPr/>
          <p:nvPr/>
        </p:nvSpPr>
        <p:spPr>
          <a:xfrm>
            <a:off x="1322069" y="3137098"/>
            <a:ext cx="822960" cy="274320"/>
          </a:xfrm>
          <a:prstGeom prst="roundRect">
            <a:avLst>
              <a:gd name="adj" fmla="val 30000"/>
            </a:avLst>
          </a:prstGeom>
          <a:solidFill>
            <a:srgbClr val="E0E0E0"/>
          </a:solidFill>
          <a:ln w="0">
            <a:noFill/>
          </a:ln>
        </p:spPr>
        <p:txBody>
          <a:bodyPr wrap="square" lIns="54000" tIns="36000" rIns="54000" bIns="36000" anchor="ctr"/>
          <a:lstStyle/>
          <a:p>
            <a:pPr algn="ctr"/>
            <a:r>
              <a:rPr lang="en-US" sz="1050" b="1" dirty="0">
                <a:solidFill>
                  <a:srgbClr val="333333"/>
                </a:solidFill>
              </a:rPr>
              <a:t>5 fields</a:t>
            </a:r>
          </a:p>
        </p:txBody>
      </p:sp>
      <p:sp>
        <p:nvSpPr>
          <p:cNvPr id="311" name="D311"/>
          <p:cNvSpPr/>
          <p:nvPr/>
        </p:nvSpPr>
        <p:spPr>
          <a:xfrm>
            <a:off x="406400" y="3449518"/>
            <a:ext cx="2527300" cy="685800"/>
          </a:xfrm>
          <a:prstGeom prst="rect">
            <a:avLst/>
          </a:prstGeom>
          <a:noFill/>
          <a:ln w="0">
            <a:noFill/>
          </a:ln>
        </p:spPr>
        <p:txBody>
          <a:bodyPr wrap="square" lIns="54000" tIns="36000" rIns="54000" bIns="36000" anchor="t"/>
          <a:lstStyle/>
          <a:p>
            <a:pPr algn="l">
              <a:lnSpc>
                <a:spcPts val="1200"/>
              </a:lnSpc>
              <a:buNone/>
            </a:pPr>
            <a:r>
              <a:rPr lang="en-US" sz="1200" dirty="0">
                <a:solidFill>
                  <a:srgbClr val="555555"/>
                </a:solidFill>
              </a:rPr>
              <a:t>encounter_id, patient_id, date, dx_code, note</a:t>
            </a:r>
          </a:p>
          <a:p>
            <a:pPr algn="l">
              <a:lnSpc>
                <a:spcPts val="1200"/>
              </a:lnSpc>
              <a:buNone/>
            </a:pPr>
            <a:endParaRPr lang="en-US" sz="1200" dirty="0">
              <a:solidFill>
                <a:srgbClr val="555555"/>
              </a:solidFill>
            </a:endParaRPr>
          </a:p>
          <a:p>
            <a:pPr algn="l">
              <a:lnSpc>
                <a:spcPts val="1200"/>
              </a:lnSpc>
              <a:buNone/>
            </a:pPr>
            <a:r>
              <a:rPr lang="en-US" sz="1100" i="1" dirty="0">
                <a:solidFill>
                  <a:srgbClr val="888888"/>
                </a:solidFill>
              </a:rPr>
              <a:t>395 unique patients — latest encounter only</a:t>
            </a:r>
          </a:p>
        </p:txBody>
      </p:sp>
      <p:sp>
        <p:nvSpPr>
          <p:cNvPr id="312" name="D312"/>
          <p:cNvSpPr/>
          <p:nvPr/>
        </p:nvSpPr>
        <p:spPr>
          <a:xfrm>
            <a:off x="2511181" y="2338268"/>
            <a:ext cx="946638" cy="228600"/>
          </a:xfrm>
          <a:prstGeom prst="rightArrow">
            <a:avLst/>
          </a:prstGeom>
          <a:solidFill>
            <a:srgbClr val="555555"/>
          </a:solidFill>
          <a:ln w="0">
            <a:noFill/>
          </a:ln>
        </p:spPr>
        <p:txBody>
          <a:bodyPr wrap="square" lIns="54000" tIns="36000" rIns="54000" bIns="36000" anchor="ctr"/>
          <a:lstStyle/>
          <a:p>
            <a:endParaRPr lang="en-US" sz="1050"/>
          </a:p>
        </p:txBody>
      </p:sp>
      <p:sp>
        <p:nvSpPr>
          <p:cNvPr id="313" name="D313"/>
          <p:cNvSpPr/>
          <p:nvPr/>
        </p:nvSpPr>
        <p:spPr>
          <a:xfrm>
            <a:off x="2270857" y="2166085"/>
            <a:ext cx="1427285" cy="186345"/>
          </a:xfrm>
          <a:prstGeom prst="rect">
            <a:avLst/>
          </a:prstGeom>
          <a:noFill/>
          <a:ln w="0">
            <a:noFill/>
          </a:ln>
        </p:spPr>
        <p:txBody>
          <a:bodyPr wrap="square" lIns="54000" tIns="36000" rIns="54000" bIns="36000" anchor="ctr"/>
          <a:lstStyle/>
          <a:p>
            <a:pPr algn="ctr"/>
            <a:r>
              <a:rPr lang="en-US" sz="1000" i="1" dirty="0">
                <a:solidFill>
                  <a:srgbClr val="666666"/>
                </a:solidFill>
              </a:rPr>
              <a:t>JOIN on patient_id</a:t>
            </a:r>
          </a:p>
        </p:txBody>
      </p:sp>
      <p:sp>
        <p:nvSpPr>
          <p:cNvPr id="350" name="D350"/>
          <p:cNvSpPr/>
          <p:nvPr/>
        </p:nvSpPr>
        <p:spPr>
          <a:xfrm>
            <a:off x="3492500" y="623278"/>
            <a:ext cx="5334000" cy="1498600"/>
          </a:xfrm>
          <a:prstGeom prst="roundRect">
            <a:avLst>
              <a:gd name="adj" fmla="val 8000"/>
            </a:avLst>
          </a:prstGeom>
          <a:solidFill>
            <a:srgbClr val="F0F0F0"/>
          </a:solidFill>
          <a:ln w="0">
            <a:noFill/>
          </a:ln>
        </p:spPr>
        <p:txBody>
          <a:bodyPr wrap="square" lIns="54000" tIns="36000" rIns="54000" bIns="36000" anchor="t"/>
          <a:lstStyle/>
          <a:p>
            <a:endParaRPr lang="en-US" sz="1050"/>
          </a:p>
        </p:txBody>
      </p:sp>
      <p:sp>
        <p:nvSpPr>
          <p:cNvPr id="351" name="D351"/>
          <p:cNvSpPr/>
          <p:nvPr/>
        </p:nvSpPr>
        <p:spPr>
          <a:xfrm>
            <a:off x="3543300" y="623278"/>
            <a:ext cx="5232400" cy="50800"/>
          </a:xfrm>
          <a:prstGeom prst="rect">
            <a:avLst/>
          </a:prstGeom>
          <a:solidFill>
            <a:srgbClr val="8B5E00"/>
          </a:solidFill>
          <a:ln w="0">
            <a:noFill/>
          </a:ln>
        </p:spPr>
        <p:txBody>
          <a:bodyPr wrap="square" lIns="54000" tIns="36000" rIns="54000" bIns="36000" anchor="t"/>
          <a:lstStyle/>
          <a:p>
            <a:endParaRPr lang="en-US" sz="1050"/>
          </a:p>
        </p:txBody>
      </p:sp>
      <p:sp>
        <p:nvSpPr>
          <p:cNvPr id="352" name="D352"/>
          <p:cNvSpPr/>
          <p:nvPr/>
        </p:nvSpPr>
        <p:spPr>
          <a:xfrm>
            <a:off x="3594100" y="737578"/>
            <a:ext cx="5130800" cy="228600"/>
          </a:xfrm>
          <a:prstGeom prst="rect">
            <a:avLst/>
          </a:prstGeom>
          <a:noFill/>
          <a:ln w="0">
            <a:noFill/>
          </a:ln>
        </p:spPr>
        <p:txBody>
          <a:bodyPr wrap="square" lIns="54000" tIns="36000" rIns="54000" bIns="36000" anchor="ctr"/>
          <a:lstStyle/>
          <a:p>
            <a:pPr algn="l"/>
            <a:r>
              <a:rPr lang="en-US" sz="1800" b="1" dirty="0">
                <a:solidFill>
                  <a:srgbClr val="8B5E00"/>
                </a:solidFill>
              </a:rPr>
              <a:t>Merged Dataset</a:t>
            </a:r>
          </a:p>
        </p:txBody>
      </p:sp>
      <p:sp>
        <p:nvSpPr>
          <p:cNvPr id="353" name="D353"/>
          <p:cNvSpPr/>
          <p:nvPr/>
        </p:nvSpPr>
        <p:spPr>
          <a:xfrm>
            <a:off x="3619500" y="1029678"/>
            <a:ext cx="736600" cy="254000"/>
          </a:xfrm>
          <a:prstGeom prst="roundRect">
            <a:avLst>
              <a:gd name="adj" fmla="val 30000"/>
            </a:avLst>
          </a:prstGeom>
          <a:solidFill>
            <a:srgbClr val="8B5E00"/>
          </a:solidFill>
          <a:ln w="0">
            <a:noFill/>
          </a:ln>
        </p:spPr>
        <p:txBody>
          <a:bodyPr wrap="square" lIns="54000" tIns="36000" rIns="54000" bIns="36000" anchor="ctr"/>
          <a:lstStyle/>
          <a:p>
            <a:pPr algn="ctr"/>
            <a:r>
              <a:rPr lang="en-US" sz="1050" b="1" dirty="0">
                <a:solidFill>
                  <a:srgbClr val="FFFFFF"/>
                </a:solidFill>
              </a:rPr>
              <a:t>400 rows</a:t>
            </a:r>
          </a:p>
        </p:txBody>
      </p:sp>
      <p:sp>
        <p:nvSpPr>
          <p:cNvPr id="354" name="D354"/>
          <p:cNvSpPr/>
          <p:nvPr/>
        </p:nvSpPr>
        <p:spPr>
          <a:xfrm>
            <a:off x="4432300" y="1029678"/>
            <a:ext cx="736600" cy="254000"/>
          </a:xfrm>
          <a:prstGeom prst="roundRect">
            <a:avLst>
              <a:gd name="adj" fmla="val 30000"/>
            </a:avLst>
          </a:prstGeom>
          <a:solidFill>
            <a:srgbClr val="E0E0E0"/>
          </a:solidFill>
          <a:ln w="0">
            <a:noFill/>
          </a:ln>
        </p:spPr>
        <p:txBody>
          <a:bodyPr wrap="square" lIns="54000" tIns="36000" rIns="54000" bIns="36000" anchor="ctr"/>
          <a:lstStyle/>
          <a:p>
            <a:pPr algn="ctr"/>
            <a:r>
              <a:rPr lang="en-US" sz="1050" b="1" dirty="0">
                <a:solidFill>
                  <a:srgbClr val="333333"/>
                </a:solidFill>
              </a:rPr>
              <a:t>10 fields</a:t>
            </a:r>
          </a:p>
        </p:txBody>
      </p:sp>
      <p:sp>
        <p:nvSpPr>
          <p:cNvPr id="355" name="D355"/>
          <p:cNvSpPr/>
          <p:nvPr/>
        </p:nvSpPr>
        <p:spPr>
          <a:xfrm>
            <a:off x="3594100" y="1359878"/>
            <a:ext cx="5130800" cy="482600"/>
          </a:xfrm>
          <a:prstGeom prst="rect">
            <a:avLst/>
          </a:prstGeom>
          <a:noFill/>
          <a:ln w="0">
            <a:noFill/>
          </a:ln>
        </p:spPr>
        <p:txBody>
          <a:bodyPr wrap="square" lIns="54000" tIns="36000" rIns="54000" bIns="36000" anchor="t"/>
          <a:lstStyle/>
          <a:p>
            <a:pPr algn="l">
              <a:lnSpc>
                <a:spcPts val="1200"/>
              </a:lnSpc>
              <a:buFont typeface="Arial"/>
              <a:buChar char="•"/>
            </a:pPr>
            <a:r>
              <a:rPr lang="en-US" sz="1200" dirty="0">
                <a:solidFill>
                  <a:srgbClr val="555555"/>
                </a:solidFill>
              </a:rPr>
              <a:t>5 patients with no encounter (filled defaults)</a:t>
            </a:r>
          </a:p>
          <a:p>
            <a:pPr algn="l">
              <a:lnSpc>
                <a:spcPts val="1200"/>
              </a:lnSpc>
              <a:buFont typeface="Arial"/>
              <a:buChar char="•"/>
            </a:pPr>
            <a:r>
              <a:rPr lang="en-US" sz="1200" dirty="0">
                <a:solidFill>
                  <a:srgbClr val="555555"/>
                </a:solidFill>
              </a:rPr>
              <a:t>Combined into single patient text for embeddings</a:t>
            </a:r>
          </a:p>
        </p:txBody>
      </p:sp>
      <p:sp>
        <p:nvSpPr>
          <p:cNvPr id="356" name="D356"/>
          <p:cNvSpPr/>
          <p:nvPr/>
        </p:nvSpPr>
        <p:spPr>
          <a:xfrm>
            <a:off x="3492500" y="2276230"/>
            <a:ext cx="2603500" cy="2037862"/>
          </a:xfrm>
          <a:prstGeom prst="roundRect">
            <a:avLst>
              <a:gd name="adj" fmla="val 8000"/>
            </a:avLst>
          </a:prstGeom>
          <a:solidFill>
            <a:srgbClr val="F0F0F0"/>
          </a:solidFill>
          <a:ln w="0">
            <a:noFill/>
          </a:ln>
        </p:spPr>
        <p:txBody>
          <a:bodyPr wrap="square" lIns="54000" tIns="36000" rIns="54000" bIns="36000" anchor="t"/>
          <a:lstStyle/>
          <a:p>
            <a:endParaRPr lang="en-US" sz="1200" dirty="0"/>
          </a:p>
        </p:txBody>
      </p:sp>
      <p:sp>
        <p:nvSpPr>
          <p:cNvPr id="357" name="D357"/>
          <p:cNvSpPr/>
          <p:nvPr/>
        </p:nvSpPr>
        <p:spPr>
          <a:xfrm>
            <a:off x="3543300" y="2276230"/>
            <a:ext cx="2501900" cy="50800"/>
          </a:xfrm>
          <a:prstGeom prst="rect">
            <a:avLst/>
          </a:prstGeom>
          <a:solidFill>
            <a:srgbClr val="B5431E"/>
          </a:solidFill>
          <a:ln w="0">
            <a:noFill/>
          </a:ln>
        </p:spPr>
        <p:txBody>
          <a:bodyPr wrap="square" lIns="54000" tIns="36000" rIns="54000" bIns="36000" anchor="t"/>
          <a:lstStyle/>
          <a:p>
            <a:endParaRPr lang="en-US" sz="1050"/>
          </a:p>
        </p:txBody>
      </p:sp>
      <p:sp>
        <p:nvSpPr>
          <p:cNvPr id="358" name="D358"/>
          <p:cNvSpPr/>
          <p:nvPr/>
        </p:nvSpPr>
        <p:spPr>
          <a:xfrm>
            <a:off x="3594100" y="2390530"/>
            <a:ext cx="2400300" cy="228600"/>
          </a:xfrm>
          <a:prstGeom prst="rect">
            <a:avLst/>
          </a:prstGeom>
          <a:noFill/>
          <a:ln w="0">
            <a:noFill/>
          </a:ln>
        </p:spPr>
        <p:txBody>
          <a:bodyPr wrap="square" lIns="54000" tIns="36000" rIns="54000" bIns="36000" anchor="ctr"/>
          <a:lstStyle/>
          <a:p>
            <a:pPr algn="l"/>
            <a:r>
              <a:rPr lang="en-US" sz="1600" b="1" dirty="0">
                <a:solidFill>
                  <a:srgbClr val="B5431E"/>
                </a:solidFill>
              </a:rPr>
              <a:t>Data Preparation</a:t>
            </a:r>
          </a:p>
        </p:txBody>
      </p:sp>
      <p:sp>
        <p:nvSpPr>
          <p:cNvPr id="359" name="D359"/>
          <p:cNvSpPr/>
          <p:nvPr/>
        </p:nvSpPr>
        <p:spPr>
          <a:xfrm>
            <a:off x="3543300" y="2657230"/>
            <a:ext cx="2501900" cy="12700"/>
          </a:xfrm>
          <a:prstGeom prst="rect">
            <a:avLst/>
          </a:prstGeom>
          <a:solidFill>
            <a:srgbClr val="B5431E"/>
          </a:solidFill>
          <a:ln w="0">
            <a:noFill/>
          </a:ln>
        </p:spPr>
        <p:txBody>
          <a:bodyPr wrap="square" lIns="54000" tIns="36000" rIns="54000" bIns="36000" anchor="t"/>
          <a:lstStyle/>
          <a:p>
            <a:endParaRPr lang="en-US" sz="1050"/>
          </a:p>
        </p:txBody>
      </p:sp>
      <p:sp>
        <p:nvSpPr>
          <p:cNvPr id="360" name="D360"/>
          <p:cNvSpPr/>
          <p:nvPr/>
        </p:nvSpPr>
        <p:spPr>
          <a:xfrm>
            <a:off x="3591901" y="2921002"/>
            <a:ext cx="2400300" cy="1236788"/>
          </a:xfrm>
          <a:prstGeom prst="rect">
            <a:avLst/>
          </a:prstGeom>
          <a:noFill/>
          <a:ln w="0">
            <a:noFill/>
          </a:ln>
        </p:spPr>
        <p:txBody>
          <a:bodyPr wrap="square" lIns="54000" tIns="36000" rIns="54000" bIns="36000" anchor="t"/>
          <a:lstStyle/>
          <a:p>
            <a:pPr algn="l">
              <a:lnSpc>
                <a:spcPts val="1300"/>
              </a:lnSpc>
              <a:buFont typeface="Arial"/>
              <a:buChar char="•"/>
            </a:pPr>
            <a:r>
              <a:rPr lang="en-US" sz="1200" dirty="0">
                <a:solidFill>
                  <a:srgbClr val="333333"/>
                </a:solidFill>
              </a:rPr>
              <a:t>Structured fields + clinical notes combined</a:t>
            </a:r>
          </a:p>
          <a:p>
            <a:pPr algn="l">
              <a:lnSpc>
                <a:spcPts val="1300"/>
              </a:lnSpc>
              <a:buFont typeface="Arial"/>
              <a:buChar char="•"/>
            </a:pPr>
            <a:endParaRPr lang="en-US" sz="1200" dirty="0">
              <a:solidFill>
                <a:srgbClr val="333333"/>
              </a:solidFill>
            </a:endParaRPr>
          </a:p>
          <a:p>
            <a:pPr algn="l">
              <a:lnSpc>
                <a:spcPts val="1300"/>
              </a:lnSpc>
              <a:buFont typeface="Arial"/>
              <a:buChar char="•"/>
            </a:pPr>
            <a:r>
              <a:rPr lang="en-US" sz="1200" dirty="0">
                <a:solidFill>
                  <a:srgbClr val="333333"/>
                </a:solidFill>
              </a:rPr>
              <a:t>Single text string per patient record</a:t>
            </a:r>
          </a:p>
          <a:p>
            <a:pPr algn="l">
              <a:lnSpc>
                <a:spcPts val="1300"/>
              </a:lnSpc>
              <a:buFont typeface="Arial"/>
              <a:buChar char="•"/>
            </a:pPr>
            <a:endParaRPr lang="en-US" sz="1200" dirty="0">
              <a:solidFill>
                <a:srgbClr val="333333"/>
              </a:solidFill>
            </a:endParaRPr>
          </a:p>
          <a:p>
            <a:pPr algn="l">
              <a:lnSpc>
                <a:spcPts val="1300"/>
              </a:lnSpc>
              <a:buFont typeface="Arial"/>
              <a:buChar char="•"/>
            </a:pPr>
            <a:r>
              <a:rPr lang="en-US" sz="1200" dirty="0">
                <a:solidFill>
                  <a:srgbClr val="333333"/>
                </a:solidFill>
              </a:rPr>
              <a:t>Input for embedding generation</a:t>
            </a:r>
          </a:p>
        </p:txBody>
      </p:sp>
      <p:sp>
        <p:nvSpPr>
          <p:cNvPr id="361" name="D361"/>
          <p:cNvSpPr/>
          <p:nvPr/>
        </p:nvSpPr>
        <p:spPr>
          <a:xfrm>
            <a:off x="6223000" y="2276230"/>
            <a:ext cx="2603500" cy="2037862"/>
          </a:xfrm>
          <a:prstGeom prst="roundRect">
            <a:avLst>
              <a:gd name="adj" fmla="val 8000"/>
            </a:avLst>
          </a:prstGeom>
          <a:solidFill>
            <a:srgbClr val="F0F0F0"/>
          </a:solidFill>
          <a:ln w="0">
            <a:noFill/>
          </a:ln>
        </p:spPr>
        <p:txBody>
          <a:bodyPr wrap="square" lIns="54000" tIns="36000" rIns="54000" bIns="36000" anchor="t"/>
          <a:lstStyle/>
          <a:p>
            <a:endParaRPr lang="en-US" sz="1200"/>
          </a:p>
        </p:txBody>
      </p:sp>
      <p:sp>
        <p:nvSpPr>
          <p:cNvPr id="362" name="D362"/>
          <p:cNvSpPr/>
          <p:nvPr/>
        </p:nvSpPr>
        <p:spPr>
          <a:xfrm>
            <a:off x="6273800" y="2276230"/>
            <a:ext cx="2501900" cy="50800"/>
          </a:xfrm>
          <a:prstGeom prst="rect">
            <a:avLst/>
          </a:prstGeom>
          <a:solidFill>
            <a:srgbClr val="B22A20"/>
          </a:solidFill>
          <a:ln w="0">
            <a:noFill/>
          </a:ln>
        </p:spPr>
        <p:txBody>
          <a:bodyPr wrap="square" lIns="54000" tIns="36000" rIns="54000" bIns="36000" anchor="t"/>
          <a:lstStyle/>
          <a:p>
            <a:endParaRPr lang="en-US" sz="1050"/>
          </a:p>
        </p:txBody>
      </p:sp>
      <p:sp>
        <p:nvSpPr>
          <p:cNvPr id="363" name="D363"/>
          <p:cNvSpPr/>
          <p:nvPr/>
        </p:nvSpPr>
        <p:spPr>
          <a:xfrm>
            <a:off x="6324600" y="2390530"/>
            <a:ext cx="2400300" cy="228600"/>
          </a:xfrm>
          <a:prstGeom prst="rect">
            <a:avLst/>
          </a:prstGeom>
          <a:noFill/>
          <a:ln w="0">
            <a:noFill/>
          </a:ln>
        </p:spPr>
        <p:txBody>
          <a:bodyPr wrap="square" lIns="54000" tIns="36000" rIns="54000" bIns="36000" anchor="ctr"/>
          <a:lstStyle/>
          <a:p>
            <a:pPr algn="l"/>
            <a:r>
              <a:rPr lang="en-US" sz="1600" b="1" dirty="0">
                <a:solidFill>
                  <a:srgbClr val="B22A20"/>
                </a:solidFill>
              </a:rPr>
              <a:t>Data Quality</a:t>
            </a:r>
          </a:p>
        </p:txBody>
      </p:sp>
      <p:sp>
        <p:nvSpPr>
          <p:cNvPr id="364" name="D364"/>
          <p:cNvSpPr/>
          <p:nvPr/>
        </p:nvSpPr>
        <p:spPr>
          <a:xfrm>
            <a:off x="6273800" y="2657230"/>
            <a:ext cx="2501900" cy="12700"/>
          </a:xfrm>
          <a:prstGeom prst="rect">
            <a:avLst/>
          </a:prstGeom>
          <a:solidFill>
            <a:srgbClr val="B22A20"/>
          </a:solidFill>
          <a:ln w="0">
            <a:noFill/>
          </a:ln>
        </p:spPr>
        <p:txBody>
          <a:bodyPr wrap="square" lIns="54000" tIns="36000" rIns="54000" bIns="36000" anchor="t"/>
          <a:lstStyle/>
          <a:p>
            <a:endParaRPr lang="en-US" sz="1050"/>
          </a:p>
        </p:txBody>
      </p:sp>
      <p:sp>
        <p:nvSpPr>
          <p:cNvPr id="365" name="D365"/>
          <p:cNvSpPr/>
          <p:nvPr/>
        </p:nvSpPr>
        <p:spPr>
          <a:xfrm>
            <a:off x="6324600" y="2733432"/>
            <a:ext cx="2400300" cy="1274888"/>
          </a:xfrm>
          <a:prstGeom prst="rect">
            <a:avLst/>
          </a:prstGeom>
          <a:noFill/>
          <a:ln w="0">
            <a:noFill/>
          </a:ln>
        </p:spPr>
        <p:txBody>
          <a:bodyPr wrap="square" lIns="54000" tIns="36000" rIns="54000" bIns="36000" anchor="t"/>
          <a:lstStyle/>
          <a:p>
            <a:pPr algn="l">
              <a:lnSpc>
                <a:spcPts val="1200"/>
              </a:lnSpc>
              <a:buFont typeface="Arial"/>
              <a:buChar char="•"/>
            </a:pPr>
            <a:r>
              <a:rPr lang="en-US" sz="1200" dirty="0">
                <a:solidFill>
                  <a:srgbClr val="333333"/>
                </a:solidFill>
              </a:rPr>
              <a:t>No missing values</a:t>
            </a:r>
          </a:p>
          <a:p>
            <a:pPr algn="l">
              <a:lnSpc>
                <a:spcPts val="1200"/>
              </a:lnSpc>
              <a:buFont typeface="Arial"/>
              <a:buChar char="•"/>
            </a:pPr>
            <a:r>
              <a:rPr lang="en-US" sz="1200" dirty="0">
                <a:solidFill>
                  <a:srgbClr val="333333"/>
                </a:solidFill>
              </a:rPr>
              <a:t>PII scan: zero emails, phones, names</a:t>
            </a:r>
          </a:p>
          <a:p>
            <a:pPr algn="l">
              <a:lnSpc>
                <a:spcPts val="1200"/>
              </a:lnSpc>
              <a:buFont typeface="Arial"/>
              <a:buChar char="•"/>
            </a:pPr>
            <a:endParaRPr lang="en-US" sz="1200" dirty="0">
              <a:solidFill>
                <a:srgbClr val="333333"/>
              </a:solidFill>
            </a:endParaRPr>
          </a:p>
          <a:p>
            <a:pPr algn="l">
              <a:lnSpc>
                <a:spcPts val="1200"/>
              </a:lnSpc>
              <a:spcBef>
                <a:spcPts val="200"/>
              </a:spcBef>
              <a:buNone/>
            </a:pPr>
            <a:r>
              <a:rPr lang="en-US" sz="1200" b="1" dirty="0">
                <a:solidFill>
                  <a:srgbClr val="B22A20"/>
                </a:solidFill>
              </a:rPr>
              <a:t>Top Dx Codes:</a:t>
            </a:r>
          </a:p>
          <a:p>
            <a:pPr algn="l">
              <a:lnSpc>
                <a:spcPts val="1200"/>
              </a:lnSpc>
              <a:spcBef>
                <a:spcPts val="200"/>
              </a:spcBef>
              <a:buNone/>
            </a:pPr>
            <a:endParaRPr lang="en-US" sz="1200" b="1" dirty="0">
              <a:solidFill>
                <a:srgbClr val="B22A20"/>
              </a:solidFill>
            </a:endParaRPr>
          </a:p>
          <a:p>
            <a:pPr algn="l">
              <a:lnSpc>
                <a:spcPts val="1100"/>
              </a:lnSpc>
              <a:buFont typeface="Arial"/>
              <a:buChar char="•"/>
            </a:pPr>
            <a:r>
              <a:rPr lang="en-US" sz="1200" dirty="0">
                <a:solidFill>
                  <a:srgbClr val="333333"/>
                </a:solidFill>
              </a:rPr>
              <a:t>F41 Anxiety | I25 CAD</a:t>
            </a:r>
          </a:p>
          <a:p>
            <a:pPr algn="l">
              <a:lnSpc>
                <a:spcPts val="1100"/>
              </a:lnSpc>
              <a:buFont typeface="Arial"/>
              <a:buChar char="•"/>
            </a:pPr>
            <a:r>
              <a:rPr lang="en-US" sz="1200" dirty="0">
                <a:solidFill>
                  <a:srgbClr val="333333"/>
                </a:solidFill>
              </a:rPr>
              <a:t>E78 Cholesterol | G47 Sleep</a:t>
            </a:r>
          </a:p>
          <a:p>
            <a:pPr algn="l">
              <a:lnSpc>
                <a:spcPts val="1100"/>
              </a:lnSpc>
              <a:buFont typeface="Arial"/>
              <a:buChar char="•"/>
            </a:pPr>
            <a:r>
              <a:rPr lang="en-US" sz="1200" dirty="0">
                <a:solidFill>
                  <a:srgbClr val="333333"/>
                </a:solidFill>
              </a:rPr>
              <a:t>I10 Hypertension</a:t>
            </a:r>
          </a:p>
        </p:txBody>
      </p:sp>
      <p:pic>
        <p:nvPicPr>
          <p:cNvPr id="366" name="Graphic 366" descr="Patients dataset icon"/>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13000" y="699478"/>
            <a:ext cx="304800" cy="304800"/>
          </a:xfrm>
          <a:prstGeom prst="rect">
            <a:avLst/>
          </a:prstGeom>
        </p:spPr>
      </p:pic>
      <p:pic>
        <p:nvPicPr>
          <p:cNvPr id="367" name="Graphic 367" descr="Encounters dataset icon"/>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13000" y="2789118"/>
            <a:ext cx="304800" cy="304800"/>
          </a:xfrm>
          <a:prstGeom prst="rect">
            <a:avLst/>
          </a:prstGeom>
        </p:spPr>
      </p:pic>
    </p:spTree>
    <p:extLst>
      <p:ext uri="{BB962C8B-B14F-4D97-AF65-F5344CB8AC3E}">
        <p14:creationId xmlns:p14="http://schemas.microsoft.com/office/powerpoint/2010/main" val="36958045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E7916-8583-E423-F3D3-11D160441CEE}"/>
              </a:ext>
            </a:extLst>
          </p:cNvPr>
          <p:cNvSpPr>
            <a:spLocks noGrp="1"/>
          </p:cNvSpPr>
          <p:nvPr>
            <p:ph type="title"/>
          </p:nvPr>
        </p:nvSpPr>
        <p:spPr/>
        <p:txBody>
          <a:bodyPr/>
          <a:lstStyle/>
          <a:p>
            <a:r>
              <a:t>Model Design &amp; Training</a:t>
            </a:r>
          </a:p>
        </p:txBody>
      </p:sp>
      <p:sp>
        <p:nvSpPr>
          <p:cNvPr id="4" name="Footer Placeholder 3">
            <a:extLst>
              <a:ext uri="{FF2B5EF4-FFF2-40B4-BE49-F238E27FC236}">
                <a16:creationId xmlns:a16="http://schemas.microsoft.com/office/drawing/2014/main" id="{A9939530-9AC5-6610-21F4-06D6F24318BC}"/>
              </a:ext>
            </a:extLst>
          </p:cNvPr>
          <p:cNvSpPr>
            <a:spLocks noGrp="1"/>
          </p:cNvSpPr>
          <p:nvPr>
            <p:ph type="ftr" sz="quarter" idx="11"/>
          </p:nvPr>
        </p:nvSpPr>
        <p:spPr/>
        <p:txBody>
          <a:bodyPr/>
          <a:lstStyle/>
          <a:p>
            <a:r>
              <a:rPr lang="en-IN" sz="800"/>
              <a:t>TCS confidential</a:t>
            </a:r>
          </a:p>
        </p:txBody>
      </p:sp>
      <p:sp>
        <p:nvSpPr>
          <p:cNvPr id="5" name="Slide Number Placeholder 4">
            <a:extLst>
              <a:ext uri="{FF2B5EF4-FFF2-40B4-BE49-F238E27FC236}">
                <a16:creationId xmlns:a16="http://schemas.microsoft.com/office/drawing/2014/main" id="{0F9616AE-E8CC-6119-D570-603EA0738018}"/>
              </a:ext>
            </a:extLst>
          </p:cNvPr>
          <p:cNvSpPr>
            <a:spLocks noGrp="1"/>
          </p:cNvSpPr>
          <p:nvPr>
            <p:ph type="sldNum" sz="quarter" idx="12"/>
          </p:nvPr>
        </p:nvSpPr>
        <p:spPr/>
        <p:txBody>
          <a:bodyPr/>
          <a:lstStyle/>
          <a:p>
            <a:fld id="{662A0901-ACEF-4BE9-9C8C-C119B421173E}" type="slidenum">
              <a:rPr lang="en-IN" sz="800" smtClean="0"/>
              <a:t>7</a:t>
            </a:fld>
            <a:endParaRPr lang="en-IN" sz="800"/>
          </a:p>
        </p:txBody>
      </p:sp>
      <p:sp>
        <p:nvSpPr>
          <p:cNvPr id="400" name="M400"/>
          <p:cNvSpPr/>
          <p:nvPr/>
        </p:nvSpPr>
        <p:spPr>
          <a:xfrm>
            <a:off x="304800" y="592016"/>
            <a:ext cx="1651000" cy="177800"/>
          </a:xfrm>
          <a:prstGeom prst="rect">
            <a:avLst/>
          </a:prstGeom>
          <a:noFill/>
          <a:ln w="0">
            <a:noFill/>
          </a:ln>
        </p:spPr>
        <p:txBody>
          <a:bodyPr wrap="square" lIns="54000" tIns="36000" rIns="54000" bIns="36000" anchor="ctr"/>
          <a:lstStyle/>
          <a:p>
            <a:pPr algn="l"/>
            <a:r>
              <a:rPr lang="en-US" sz="1000" b="1" dirty="0">
                <a:solidFill>
                  <a:srgbClr val="2B5A94"/>
                </a:solidFill>
              </a:rPr>
              <a:t>ML / LLM MODELS USED</a:t>
            </a:r>
          </a:p>
        </p:txBody>
      </p:sp>
      <p:sp>
        <p:nvSpPr>
          <p:cNvPr id="401" name="M401"/>
          <p:cNvSpPr/>
          <p:nvPr/>
        </p:nvSpPr>
        <p:spPr>
          <a:xfrm>
            <a:off x="304800" y="776655"/>
            <a:ext cx="4191000" cy="1270000"/>
          </a:xfrm>
          <a:prstGeom prst="roundRect">
            <a:avLst>
              <a:gd name="adj" fmla="val 8000"/>
            </a:avLst>
          </a:prstGeom>
          <a:solidFill>
            <a:srgbClr val="F0F0F0"/>
          </a:solidFill>
          <a:ln w="0">
            <a:noFill/>
          </a:ln>
        </p:spPr>
        <p:txBody>
          <a:bodyPr wrap="square" lIns="54000" tIns="36000" rIns="54000" bIns="36000" anchor="t"/>
          <a:lstStyle/>
          <a:p>
            <a:endParaRPr lang="en-US" sz="1000"/>
          </a:p>
        </p:txBody>
      </p:sp>
      <p:sp>
        <p:nvSpPr>
          <p:cNvPr id="402" name="M402"/>
          <p:cNvSpPr/>
          <p:nvPr/>
        </p:nvSpPr>
        <p:spPr>
          <a:xfrm>
            <a:off x="355600" y="776655"/>
            <a:ext cx="4089400" cy="50800"/>
          </a:xfrm>
          <a:prstGeom prst="rect">
            <a:avLst/>
          </a:prstGeom>
          <a:solidFill>
            <a:srgbClr val="388031"/>
          </a:solidFill>
          <a:ln w="0">
            <a:noFill/>
          </a:ln>
        </p:spPr>
        <p:txBody>
          <a:bodyPr wrap="square" lIns="54000" tIns="36000" rIns="54000" bIns="36000" anchor="t"/>
          <a:lstStyle/>
          <a:p>
            <a:endParaRPr lang="en-US" sz="1000"/>
          </a:p>
        </p:txBody>
      </p:sp>
      <p:sp>
        <p:nvSpPr>
          <p:cNvPr id="403" name="M403"/>
          <p:cNvSpPr/>
          <p:nvPr/>
        </p:nvSpPr>
        <p:spPr>
          <a:xfrm>
            <a:off x="406400" y="890955"/>
            <a:ext cx="3987800" cy="228600"/>
          </a:xfrm>
          <a:prstGeom prst="rect">
            <a:avLst/>
          </a:prstGeom>
          <a:noFill/>
          <a:ln w="0">
            <a:noFill/>
          </a:ln>
        </p:spPr>
        <p:txBody>
          <a:bodyPr wrap="square" lIns="54000" tIns="36000" rIns="54000" bIns="36000" anchor="ctr"/>
          <a:lstStyle/>
          <a:p>
            <a:pPr algn="l"/>
            <a:r>
              <a:rPr lang="en-US" sz="1600" b="1" dirty="0">
                <a:solidFill>
                  <a:srgbClr val="388031"/>
                </a:solidFill>
              </a:rPr>
              <a:t>Sentence Transformer (all-MiniLM-L6-v2)</a:t>
            </a:r>
          </a:p>
        </p:txBody>
      </p:sp>
      <p:sp>
        <p:nvSpPr>
          <p:cNvPr id="404" name="M404"/>
          <p:cNvSpPr/>
          <p:nvPr/>
        </p:nvSpPr>
        <p:spPr>
          <a:xfrm>
            <a:off x="431800" y="1183055"/>
            <a:ext cx="825500" cy="228600"/>
          </a:xfrm>
          <a:prstGeom prst="roundRect">
            <a:avLst>
              <a:gd name="adj" fmla="val 30000"/>
            </a:avLst>
          </a:prstGeom>
          <a:solidFill>
            <a:srgbClr val="388031"/>
          </a:solidFill>
          <a:ln w="0">
            <a:noFill/>
          </a:ln>
        </p:spPr>
        <p:txBody>
          <a:bodyPr wrap="square" lIns="54000" tIns="36000" rIns="54000" bIns="36000" anchor="ctr"/>
          <a:lstStyle/>
          <a:p>
            <a:pPr algn="ctr"/>
            <a:r>
              <a:rPr lang="en-US" sz="900" b="1" dirty="0">
                <a:solidFill>
                  <a:srgbClr val="FFFFFF"/>
                </a:solidFill>
              </a:rPr>
              <a:t>Embedding</a:t>
            </a:r>
          </a:p>
        </p:txBody>
      </p:sp>
      <p:sp>
        <p:nvSpPr>
          <p:cNvPr id="405" name="M405"/>
          <p:cNvSpPr/>
          <p:nvPr/>
        </p:nvSpPr>
        <p:spPr>
          <a:xfrm>
            <a:off x="1320800" y="1183055"/>
            <a:ext cx="825500" cy="228600"/>
          </a:xfrm>
          <a:prstGeom prst="roundRect">
            <a:avLst>
              <a:gd name="adj" fmla="val 30000"/>
            </a:avLst>
          </a:prstGeom>
          <a:solidFill>
            <a:srgbClr val="E0E0E0"/>
          </a:solidFill>
          <a:ln w="0">
            <a:noFill/>
          </a:ln>
        </p:spPr>
        <p:txBody>
          <a:bodyPr wrap="square" lIns="54000" tIns="36000" rIns="54000" bIns="36000" anchor="ctr"/>
          <a:lstStyle/>
          <a:p>
            <a:pPr algn="ctr"/>
            <a:r>
              <a:rPr lang="en-US" sz="900" b="1" dirty="0">
                <a:solidFill>
                  <a:srgbClr val="333333"/>
                </a:solidFill>
              </a:rPr>
              <a:t>384 dims</a:t>
            </a:r>
          </a:p>
        </p:txBody>
      </p:sp>
      <p:sp>
        <p:nvSpPr>
          <p:cNvPr id="406" name="M406"/>
          <p:cNvSpPr/>
          <p:nvPr/>
        </p:nvSpPr>
        <p:spPr>
          <a:xfrm>
            <a:off x="2209800" y="1183055"/>
            <a:ext cx="825500" cy="228600"/>
          </a:xfrm>
          <a:prstGeom prst="roundRect">
            <a:avLst>
              <a:gd name="adj" fmla="val 30000"/>
            </a:avLst>
          </a:prstGeom>
          <a:solidFill>
            <a:srgbClr val="E0E0E0"/>
          </a:solidFill>
          <a:ln w="0">
            <a:noFill/>
          </a:ln>
        </p:spPr>
        <p:txBody>
          <a:bodyPr wrap="square" lIns="54000" tIns="36000" rIns="54000" bIns="36000" anchor="ctr"/>
          <a:lstStyle/>
          <a:p>
            <a:pPr algn="ctr"/>
            <a:r>
              <a:rPr lang="en-US" sz="900" b="1" dirty="0">
                <a:solidFill>
                  <a:srgbClr val="333333"/>
                </a:solidFill>
              </a:rPr>
              <a:t>No GPU</a:t>
            </a:r>
          </a:p>
        </p:txBody>
      </p:sp>
      <p:sp>
        <p:nvSpPr>
          <p:cNvPr id="407" name="M407"/>
          <p:cNvSpPr/>
          <p:nvPr/>
        </p:nvSpPr>
        <p:spPr>
          <a:xfrm>
            <a:off x="406400" y="1487855"/>
            <a:ext cx="3987800" cy="508000"/>
          </a:xfrm>
          <a:prstGeom prst="rect">
            <a:avLst/>
          </a:prstGeom>
          <a:noFill/>
          <a:ln w="0">
            <a:noFill/>
          </a:ln>
        </p:spPr>
        <p:txBody>
          <a:bodyPr wrap="square" lIns="54000" tIns="36000" rIns="54000" bIns="36000" anchor="t"/>
          <a:lstStyle/>
          <a:p>
            <a:pPr algn="l">
              <a:lnSpc>
                <a:spcPts val="1200"/>
              </a:lnSpc>
              <a:buFont typeface="Arial"/>
              <a:buChar char="•"/>
            </a:pPr>
            <a:r>
              <a:rPr lang="en-US" sz="1100" dirty="0">
                <a:solidFill>
                  <a:srgbClr val="555555"/>
                </a:solidFill>
              </a:rPr>
              <a:t>Lightweight embedding model for text similarity</a:t>
            </a:r>
          </a:p>
          <a:p>
            <a:pPr algn="l">
              <a:lnSpc>
                <a:spcPts val="1200"/>
              </a:lnSpc>
              <a:buFont typeface="Arial"/>
              <a:buChar char="•"/>
            </a:pPr>
            <a:r>
              <a:rPr lang="en-US" sz="1100" dirty="0">
                <a:solidFill>
                  <a:srgbClr val="555555"/>
                </a:solidFill>
              </a:rPr>
              <a:t>Stored in FAISS IndexFlatL2 (L2 / Euclidean distance)</a:t>
            </a:r>
          </a:p>
        </p:txBody>
      </p:sp>
      <p:sp>
        <p:nvSpPr>
          <p:cNvPr id="408" name="M408"/>
          <p:cNvSpPr/>
          <p:nvPr/>
        </p:nvSpPr>
        <p:spPr>
          <a:xfrm>
            <a:off x="4673600" y="776655"/>
            <a:ext cx="4165600" cy="1270000"/>
          </a:xfrm>
          <a:prstGeom prst="roundRect">
            <a:avLst>
              <a:gd name="adj" fmla="val 8000"/>
            </a:avLst>
          </a:prstGeom>
          <a:solidFill>
            <a:srgbClr val="F0F0F0"/>
          </a:solidFill>
          <a:ln w="0">
            <a:noFill/>
          </a:ln>
        </p:spPr>
        <p:txBody>
          <a:bodyPr wrap="square" lIns="54000" tIns="36000" rIns="54000" bIns="36000" anchor="t"/>
          <a:lstStyle/>
          <a:p>
            <a:endParaRPr lang="en-US" sz="1000"/>
          </a:p>
        </p:txBody>
      </p:sp>
      <p:sp>
        <p:nvSpPr>
          <p:cNvPr id="409" name="M409"/>
          <p:cNvSpPr/>
          <p:nvPr/>
        </p:nvSpPr>
        <p:spPr>
          <a:xfrm>
            <a:off x="4724400" y="776655"/>
            <a:ext cx="4064000" cy="50800"/>
          </a:xfrm>
          <a:prstGeom prst="rect">
            <a:avLst/>
          </a:prstGeom>
          <a:solidFill>
            <a:srgbClr val="B22A20"/>
          </a:solidFill>
          <a:ln w="0">
            <a:noFill/>
          </a:ln>
        </p:spPr>
        <p:txBody>
          <a:bodyPr wrap="square" lIns="54000" tIns="36000" rIns="54000" bIns="36000" anchor="t"/>
          <a:lstStyle/>
          <a:p>
            <a:endParaRPr lang="en-US" sz="1000"/>
          </a:p>
        </p:txBody>
      </p:sp>
      <p:sp>
        <p:nvSpPr>
          <p:cNvPr id="410" name="M410"/>
          <p:cNvSpPr/>
          <p:nvPr/>
        </p:nvSpPr>
        <p:spPr>
          <a:xfrm>
            <a:off x="4775200" y="890955"/>
            <a:ext cx="3962400" cy="228600"/>
          </a:xfrm>
          <a:prstGeom prst="rect">
            <a:avLst/>
          </a:prstGeom>
          <a:noFill/>
          <a:ln w="0">
            <a:noFill/>
          </a:ln>
        </p:spPr>
        <p:txBody>
          <a:bodyPr wrap="square" lIns="54000" tIns="36000" rIns="54000" bIns="36000" anchor="ctr"/>
          <a:lstStyle/>
          <a:p>
            <a:pPr algn="l"/>
            <a:r>
              <a:rPr lang="en-US" sz="1600" b="1" dirty="0">
                <a:solidFill>
                  <a:srgbClr val="B22A20"/>
                </a:solidFill>
              </a:rPr>
              <a:t>Llama 3.1 8B Instant (Groq API)</a:t>
            </a:r>
          </a:p>
        </p:txBody>
      </p:sp>
      <p:sp>
        <p:nvSpPr>
          <p:cNvPr id="411" name="M411"/>
          <p:cNvSpPr/>
          <p:nvPr/>
        </p:nvSpPr>
        <p:spPr>
          <a:xfrm>
            <a:off x="4800600" y="1183055"/>
            <a:ext cx="1016000" cy="228600"/>
          </a:xfrm>
          <a:prstGeom prst="roundRect">
            <a:avLst>
              <a:gd name="adj" fmla="val 30000"/>
            </a:avLst>
          </a:prstGeom>
          <a:solidFill>
            <a:srgbClr val="B22A20"/>
          </a:solidFill>
          <a:ln w="0">
            <a:noFill/>
          </a:ln>
        </p:spPr>
        <p:txBody>
          <a:bodyPr wrap="square" lIns="54000" tIns="36000" rIns="54000" bIns="36000" anchor="ctr"/>
          <a:lstStyle/>
          <a:p>
            <a:pPr algn="ctr"/>
            <a:r>
              <a:rPr lang="en-US" sz="900" b="1" dirty="0">
                <a:solidFill>
                  <a:srgbClr val="FFFFFF"/>
                </a:solidFill>
              </a:rPr>
              <a:t>Summarization</a:t>
            </a:r>
          </a:p>
        </p:txBody>
      </p:sp>
      <p:sp>
        <p:nvSpPr>
          <p:cNvPr id="412" name="M412"/>
          <p:cNvSpPr/>
          <p:nvPr/>
        </p:nvSpPr>
        <p:spPr>
          <a:xfrm>
            <a:off x="5880100" y="1183055"/>
            <a:ext cx="825500" cy="228600"/>
          </a:xfrm>
          <a:prstGeom prst="roundRect">
            <a:avLst>
              <a:gd name="adj" fmla="val 30000"/>
            </a:avLst>
          </a:prstGeom>
          <a:solidFill>
            <a:srgbClr val="E0E0E0"/>
          </a:solidFill>
          <a:ln w="0">
            <a:noFill/>
          </a:ln>
        </p:spPr>
        <p:txBody>
          <a:bodyPr wrap="square" lIns="54000" tIns="36000" rIns="54000" bIns="36000" anchor="ctr"/>
          <a:lstStyle/>
          <a:p>
            <a:pPr algn="ctr"/>
            <a:r>
              <a:rPr lang="en-US" sz="900" b="1" dirty="0">
                <a:solidFill>
                  <a:srgbClr val="333333"/>
                </a:solidFill>
              </a:rPr>
              <a:t>Free tier</a:t>
            </a:r>
          </a:p>
        </p:txBody>
      </p:sp>
      <p:sp>
        <p:nvSpPr>
          <p:cNvPr id="413" name="M413"/>
          <p:cNvSpPr/>
          <p:nvPr/>
        </p:nvSpPr>
        <p:spPr>
          <a:xfrm>
            <a:off x="6769100" y="1183055"/>
            <a:ext cx="889000" cy="228600"/>
          </a:xfrm>
          <a:prstGeom prst="roundRect">
            <a:avLst>
              <a:gd name="adj" fmla="val 30000"/>
            </a:avLst>
          </a:prstGeom>
          <a:solidFill>
            <a:srgbClr val="E0E0E0"/>
          </a:solidFill>
          <a:ln w="0">
            <a:noFill/>
          </a:ln>
        </p:spPr>
        <p:txBody>
          <a:bodyPr wrap="square" lIns="54000" tIns="36000" rIns="54000" bIns="36000" anchor="ctr"/>
          <a:lstStyle/>
          <a:p>
            <a:pPr algn="ctr"/>
            <a:r>
              <a:rPr lang="en-US" sz="900" b="1" dirty="0">
                <a:solidFill>
                  <a:srgbClr val="333333"/>
                </a:solidFill>
              </a:rPr>
              <a:t>Zero-shot</a:t>
            </a:r>
          </a:p>
        </p:txBody>
      </p:sp>
      <p:sp>
        <p:nvSpPr>
          <p:cNvPr id="414" name="M414"/>
          <p:cNvSpPr/>
          <p:nvPr/>
        </p:nvSpPr>
        <p:spPr>
          <a:xfrm>
            <a:off x="4775200" y="1487855"/>
            <a:ext cx="3962400" cy="508000"/>
          </a:xfrm>
          <a:prstGeom prst="rect">
            <a:avLst/>
          </a:prstGeom>
          <a:noFill/>
          <a:ln w="0">
            <a:noFill/>
          </a:ln>
        </p:spPr>
        <p:txBody>
          <a:bodyPr wrap="square" lIns="54000" tIns="36000" rIns="54000" bIns="36000" anchor="t"/>
          <a:lstStyle/>
          <a:p>
            <a:pPr algn="l">
              <a:lnSpc>
                <a:spcPts val="1200"/>
              </a:lnSpc>
              <a:buFont typeface="Arial"/>
              <a:buChar char="•"/>
            </a:pPr>
            <a:r>
              <a:rPr lang="en-US" sz="1100" dirty="0">
                <a:solidFill>
                  <a:srgbClr val="555555"/>
                </a:solidFill>
              </a:rPr>
              <a:t>Fast inference via Groq Cloud API</a:t>
            </a:r>
          </a:p>
          <a:p>
            <a:pPr algn="l">
              <a:lnSpc>
                <a:spcPts val="1200"/>
              </a:lnSpc>
              <a:buFont typeface="Arial"/>
              <a:buChar char="•"/>
            </a:pPr>
            <a:r>
              <a:rPr lang="en-US" sz="1100" dirty="0">
                <a:solidFill>
                  <a:srgbClr val="555555"/>
                </a:solidFill>
              </a:rPr>
              <a:t>Prompt-engineered: role, audience, output format</a:t>
            </a:r>
          </a:p>
        </p:txBody>
      </p:sp>
      <p:sp>
        <p:nvSpPr>
          <p:cNvPr id="450" name="M450"/>
          <p:cNvSpPr/>
          <p:nvPr/>
        </p:nvSpPr>
        <p:spPr>
          <a:xfrm>
            <a:off x="304800" y="2211755"/>
            <a:ext cx="2760133" cy="2349500"/>
          </a:xfrm>
          <a:prstGeom prst="roundRect">
            <a:avLst>
              <a:gd name="adj" fmla="val 8000"/>
            </a:avLst>
          </a:prstGeom>
          <a:solidFill>
            <a:srgbClr val="F0F0F0"/>
          </a:solidFill>
          <a:ln w="0">
            <a:noFill/>
          </a:ln>
        </p:spPr>
        <p:txBody>
          <a:bodyPr wrap="square" lIns="54000" tIns="36000" rIns="54000" bIns="36000" anchor="t"/>
          <a:lstStyle/>
          <a:p>
            <a:endParaRPr lang="en-US" sz="1000"/>
          </a:p>
        </p:txBody>
      </p:sp>
      <p:sp>
        <p:nvSpPr>
          <p:cNvPr id="451" name="M451"/>
          <p:cNvSpPr/>
          <p:nvPr/>
        </p:nvSpPr>
        <p:spPr>
          <a:xfrm>
            <a:off x="355600" y="2211755"/>
            <a:ext cx="2658533" cy="50800"/>
          </a:xfrm>
          <a:prstGeom prst="rect">
            <a:avLst/>
          </a:prstGeom>
          <a:solidFill>
            <a:srgbClr val="2B5A94"/>
          </a:solidFill>
          <a:ln w="0">
            <a:noFill/>
          </a:ln>
        </p:spPr>
        <p:txBody>
          <a:bodyPr wrap="square" lIns="54000" tIns="36000" rIns="54000" bIns="36000" anchor="t"/>
          <a:lstStyle/>
          <a:p>
            <a:endParaRPr lang="en-US" sz="1000"/>
          </a:p>
        </p:txBody>
      </p:sp>
      <p:sp>
        <p:nvSpPr>
          <p:cNvPr id="452" name="M452"/>
          <p:cNvSpPr/>
          <p:nvPr/>
        </p:nvSpPr>
        <p:spPr>
          <a:xfrm>
            <a:off x="406400" y="2326055"/>
            <a:ext cx="2556933" cy="228600"/>
          </a:xfrm>
          <a:prstGeom prst="rect">
            <a:avLst/>
          </a:prstGeom>
          <a:noFill/>
          <a:ln w="0">
            <a:noFill/>
          </a:ln>
        </p:spPr>
        <p:txBody>
          <a:bodyPr wrap="square" lIns="54000" tIns="36000" rIns="54000" bIns="36000" anchor="ctr"/>
          <a:lstStyle/>
          <a:p>
            <a:pPr algn="l"/>
            <a:r>
              <a:rPr lang="en-US" sz="1400" b="1" dirty="0">
                <a:solidFill>
                  <a:srgbClr val="2B5A94"/>
                </a:solidFill>
              </a:rPr>
              <a:t>Training / Fine-tuning</a:t>
            </a:r>
          </a:p>
        </p:txBody>
      </p:sp>
      <p:sp>
        <p:nvSpPr>
          <p:cNvPr id="453" name="M453"/>
          <p:cNvSpPr/>
          <p:nvPr/>
        </p:nvSpPr>
        <p:spPr>
          <a:xfrm>
            <a:off x="355600" y="2592755"/>
            <a:ext cx="2658533" cy="12700"/>
          </a:xfrm>
          <a:prstGeom prst="rect">
            <a:avLst/>
          </a:prstGeom>
          <a:solidFill>
            <a:srgbClr val="2B5A94"/>
          </a:solidFill>
          <a:ln w="0">
            <a:noFill/>
          </a:ln>
        </p:spPr>
        <p:txBody>
          <a:bodyPr wrap="square" lIns="54000" tIns="36000" rIns="54000" bIns="36000" anchor="t"/>
          <a:lstStyle/>
          <a:p>
            <a:endParaRPr lang="en-US" sz="1000"/>
          </a:p>
        </p:txBody>
      </p:sp>
      <p:sp>
        <p:nvSpPr>
          <p:cNvPr id="454" name="M454"/>
          <p:cNvSpPr/>
          <p:nvPr/>
        </p:nvSpPr>
        <p:spPr>
          <a:xfrm>
            <a:off x="406400" y="2668955"/>
            <a:ext cx="2556933" cy="1765300"/>
          </a:xfrm>
          <a:prstGeom prst="rect">
            <a:avLst/>
          </a:prstGeom>
          <a:noFill/>
          <a:ln w="0">
            <a:noFill/>
          </a:ln>
        </p:spPr>
        <p:txBody>
          <a:bodyPr wrap="square" lIns="54000" tIns="36000" rIns="54000" bIns="36000" anchor="t"/>
          <a:lstStyle/>
          <a:p>
            <a:pPr algn="l">
              <a:lnSpc>
                <a:spcPts val="1300"/>
              </a:lnSpc>
              <a:buFont typeface="Arial"/>
              <a:buChar char="•"/>
            </a:pPr>
            <a:endParaRPr lang="en-US" sz="1200" dirty="0">
              <a:solidFill>
                <a:srgbClr val="333333"/>
              </a:solidFill>
            </a:endParaRPr>
          </a:p>
          <a:p>
            <a:pPr algn="l">
              <a:lnSpc>
                <a:spcPts val="1300"/>
              </a:lnSpc>
              <a:buFont typeface="Arial"/>
              <a:buChar char="•"/>
            </a:pPr>
            <a:r>
              <a:rPr lang="en-US" sz="1200" dirty="0">
                <a:solidFill>
                  <a:srgbClr val="333333"/>
                </a:solidFill>
              </a:rPr>
              <a:t>No training or fine-tuning performed</a:t>
            </a:r>
          </a:p>
          <a:p>
            <a:pPr algn="l">
              <a:lnSpc>
                <a:spcPts val="1300"/>
              </a:lnSpc>
              <a:buFont typeface="Arial"/>
              <a:buChar char="•"/>
            </a:pPr>
            <a:r>
              <a:rPr lang="en-US" sz="1200" dirty="0">
                <a:solidFill>
                  <a:srgbClr val="333333"/>
                </a:solidFill>
              </a:rPr>
              <a:t>No labeled outcome column in dataset</a:t>
            </a:r>
          </a:p>
          <a:p>
            <a:pPr algn="l">
              <a:lnSpc>
                <a:spcPts val="1300"/>
              </a:lnSpc>
              <a:buFont typeface="Arial"/>
              <a:buChar char="•"/>
            </a:pPr>
            <a:r>
              <a:rPr lang="en-US" sz="1200" dirty="0">
                <a:solidFill>
                  <a:srgbClr val="333333"/>
                </a:solidFill>
              </a:rPr>
              <a:t>Supervised training not possible</a:t>
            </a:r>
          </a:p>
          <a:p>
            <a:pPr algn="l">
              <a:lnSpc>
                <a:spcPts val="1300"/>
              </a:lnSpc>
              <a:buFont typeface="Arial"/>
              <a:buChar char="•"/>
            </a:pPr>
            <a:r>
              <a:rPr lang="en-US" sz="1200" dirty="0">
                <a:solidFill>
                  <a:srgbClr val="333333"/>
                </a:solidFill>
              </a:rPr>
              <a:t>LLM uses zero-shot prompt engineering</a:t>
            </a:r>
          </a:p>
          <a:p>
            <a:pPr algn="l">
              <a:lnSpc>
                <a:spcPts val="1300"/>
              </a:lnSpc>
              <a:spcBef>
                <a:spcPts val="200"/>
              </a:spcBef>
              <a:buNone/>
            </a:pPr>
            <a:r>
              <a:rPr lang="en-US" sz="1200" i="1" dirty="0">
                <a:solidFill>
                  <a:srgbClr val="2B5A94"/>
                </a:solidFill>
              </a:rPr>
              <a:t>Future: LoRA/QLoRA when outcome labels available</a:t>
            </a:r>
          </a:p>
        </p:txBody>
      </p:sp>
      <p:sp>
        <p:nvSpPr>
          <p:cNvPr id="455" name="M455"/>
          <p:cNvSpPr/>
          <p:nvPr/>
        </p:nvSpPr>
        <p:spPr>
          <a:xfrm>
            <a:off x="3191933" y="2211755"/>
            <a:ext cx="2760133" cy="2349500"/>
          </a:xfrm>
          <a:prstGeom prst="roundRect">
            <a:avLst>
              <a:gd name="adj" fmla="val 8000"/>
            </a:avLst>
          </a:prstGeom>
          <a:solidFill>
            <a:srgbClr val="F0F0F0"/>
          </a:solidFill>
          <a:ln w="0">
            <a:noFill/>
          </a:ln>
        </p:spPr>
        <p:txBody>
          <a:bodyPr wrap="square" lIns="54000" tIns="36000" rIns="54000" bIns="36000" anchor="t"/>
          <a:lstStyle/>
          <a:p>
            <a:endParaRPr lang="en-US" sz="1000"/>
          </a:p>
        </p:txBody>
      </p:sp>
      <p:sp>
        <p:nvSpPr>
          <p:cNvPr id="456" name="M456"/>
          <p:cNvSpPr/>
          <p:nvPr/>
        </p:nvSpPr>
        <p:spPr>
          <a:xfrm>
            <a:off x="3242733" y="2211755"/>
            <a:ext cx="2658533" cy="50800"/>
          </a:xfrm>
          <a:prstGeom prst="rect">
            <a:avLst/>
          </a:prstGeom>
          <a:solidFill>
            <a:srgbClr val="8B5E00"/>
          </a:solidFill>
          <a:ln w="0">
            <a:noFill/>
          </a:ln>
        </p:spPr>
        <p:txBody>
          <a:bodyPr wrap="square" lIns="54000" tIns="36000" rIns="54000" bIns="36000" anchor="t"/>
          <a:lstStyle/>
          <a:p>
            <a:endParaRPr lang="en-US" sz="1000"/>
          </a:p>
        </p:txBody>
      </p:sp>
      <p:sp>
        <p:nvSpPr>
          <p:cNvPr id="457" name="M457"/>
          <p:cNvSpPr/>
          <p:nvPr/>
        </p:nvSpPr>
        <p:spPr>
          <a:xfrm>
            <a:off x="3293533" y="2326055"/>
            <a:ext cx="2556933" cy="228600"/>
          </a:xfrm>
          <a:prstGeom prst="rect">
            <a:avLst/>
          </a:prstGeom>
          <a:noFill/>
          <a:ln w="0">
            <a:noFill/>
          </a:ln>
        </p:spPr>
        <p:txBody>
          <a:bodyPr wrap="square" lIns="54000" tIns="36000" rIns="54000" bIns="36000" anchor="ctr"/>
          <a:lstStyle/>
          <a:p>
            <a:pPr algn="l"/>
            <a:r>
              <a:rPr lang="en-US" sz="1400" b="1" dirty="0">
                <a:solidFill>
                  <a:srgbClr val="8B5E00"/>
                </a:solidFill>
              </a:rPr>
              <a:t>Embedding Logic</a:t>
            </a:r>
          </a:p>
        </p:txBody>
      </p:sp>
      <p:sp>
        <p:nvSpPr>
          <p:cNvPr id="458" name="M458"/>
          <p:cNvSpPr/>
          <p:nvPr/>
        </p:nvSpPr>
        <p:spPr>
          <a:xfrm>
            <a:off x="3242733" y="2592755"/>
            <a:ext cx="2658533" cy="12700"/>
          </a:xfrm>
          <a:prstGeom prst="rect">
            <a:avLst/>
          </a:prstGeom>
          <a:solidFill>
            <a:srgbClr val="8B5E00"/>
          </a:solidFill>
          <a:ln w="0">
            <a:noFill/>
          </a:ln>
        </p:spPr>
        <p:txBody>
          <a:bodyPr wrap="square" lIns="54000" tIns="36000" rIns="54000" bIns="36000" anchor="t"/>
          <a:lstStyle/>
          <a:p>
            <a:endParaRPr lang="en-US" sz="1000"/>
          </a:p>
        </p:txBody>
      </p:sp>
      <p:sp>
        <p:nvSpPr>
          <p:cNvPr id="459" name="M459"/>
          <p:cNvSpPr/>
          <p:nvPr/>
        </p:nvSpPr>
        <p:spPr>
          <a:xfrm>
            <a:off x="3293533" y="2668955"/>
            <a:ext cx="2556933" cy="1765300"/>
          </a:xfrm>
          <a:prstGeom prst="rect">
            <a:avLst/>
          </a:prstGeom>
          <a:noFill/>
          <a:ln w="0">
            <a:noFill/>
          </a:ln>
        </p:spPr>
        <p:txBody>
          <a:bodyPr wrap="square" lIns="54000" tIns="36000" rIns="54000" bIns="36000" anchor="t"/>
          <a:lstStyle/>
          <a:p>
            <a:pPr algn="l">
              <a:lnSpc>
                <a:spcPts val="1300"/>
              </a:lnSpc>
              <a:buFont typeface="Arial"/>
              <a:buChar char="•"/>
            </a:pPr>
            <a:endParaRPr lang="en-US" sz="1200" dirty="0">
              <a:solidFill>
                <a:srgbClr val="333333"/>
              </a:solidFill>
            </a:endParaRPr>
          </a:p>
          <a:p>
            <a:pPr algn="l">
              <a:lnSpc>
                <a:spcPts val="1300"/>
              </a:lnSpc>
              <a:buFont typeface="Arial"/>
              <a:buChar char="•"/>
            </a:pPr>
            <a:r>
              <a:rPr lang="en-US" sz="1200" dirty="0">
                <a:solidFill>
                  <a:srgbClr val="333333"/>
                </a:solidFill>
              </a:rPr>
              <a:t>Structured fields + clinical notes combined</a:t>
            </a:r>
          </a:p>
          <a:p>
            <a:pPr algn="l">
              <a:lnSpc>
                <a:spcPts val="1300"/>
              </a:lnSpc>
              <a:buFont typeface="Arial"/>
              <a:buChar char="•"/>
            </a:pPr>
            <a:r>
              <a:rPr lang="en-US" sz="1200" dirty="0">
                <a:solidFill>
                  <a:srgbClr val="333333"/>
                </a:solidFill>
              </a:rPr>
              <a:t>Single text string per patient</a:t>
            </a:r>
          </a:p>
          <a:p>
            <a:pPr algn="l">
              <a:lnSpc>
                <a:spcPts val="1300"/>
              </a:lnSpc>
              <a:buFont typeface="Arial"/>
              <a:buChar char="•"/>
            </a:pPr>
            <a:r>
              <a:rPr lang="en-US" sz="1200" dirty="0">
                <a:solidFill>
                  <a:srgbClr val="333333"/>
                </a:solidFill>
              </a:rPr>
              <a:t>Stored in FAISS IndexFlatL2</a:t>
            </a:r>
          </a:p>
          <a:p>
            <a:pPr algn="l">
              <a:lnSpc>
                <a:spcPts val="1300"/>
              </a:lnSpc>
              <a:buFont typeface="Arial"/>
              <a:buChar char="•"/>
            </a:pPr>
            <a:r>
              <a:rPr lang="en-US" sz="1200" dirty="0">
                <a:solidFill>
                  <a:srgbClr val="333333"/>
                </a:solidFill>
              </a:rPr>
              <a:t>L2 (Euclidean) distance for similarity</a:t>
            </a:r>
          </a:p>
          <a:p>
            <a:pPr algn="l">
              <a:lnSpc>
                <a:spcPts val="1300"/>
              </a:lnSpc>
              <a:buFont typeface="Arial"/>
              <a:buChar char="•"/>
            </a:pPr>
            <a:r>
              <a:rPr lang="en-US" sz="1200" dirty="0">
                <a:solidFill>
                  <a:srgbClr val="333333"/>
                </a:solidFill>
              </a:rPr>
              <a:t>All 400 patients processed</a:t>
            </a:r>
          </a:p>
        </p:txBody>
      </p:sp>
      <p:sp>
        <p:nvSpPr>
          <p:cNvPr id="460" name="M460"/>
          <p:cNvSpPr/>
          <p:nvPr/>
        </p:nvSpPr>
        <p:spPr>
          <a:xfrm>
            <a:off x="6079067" y="2211755"/>
            <a:ext cx="2760133" cy="2349500"/>
          </a:xfrm>
          <a:prstGeom prst="roundRect">
            <a:avLst>
              <a:gd name="adj" fmla="val 8000"/>
            </a:avLst>
          </a:prstGeom>
          <a:solidFill>
            <a:srgbClr val="F0F0F0"/>
          </a:solidFill>
          <a:ln w="0">
            <a:noFill/>
          </a:ln>
        </p:spPr>
        <p:txBody>
          <a:bodyPr wrap="square" lIns="54000" tIns="36000" rIns="54000" bIns="36000" anchor="t"/>
          <a:lstStyle/>
          <a:p>
            <a:endParaRPr lang="en-US" sz="1000"/>
          </a:p>
        </p:txBody>
      </p:sp>
      <p:sp>
        <p:nvSpPr>
          <p:cNvPr id="461" name="M461"/>
          <p:cNvSpPr/>
          <p:nvPr/>
        </p:nvSpPr>
        <p:spPr>
          <a:xfrm>
            <a:off x="6129867" y="2211755"/>
            <a:ext cx="2658533" cy="50800"/>
          </a:xfrm>
          <a:prstGeom prst="rect">
            <a:avLst/>
          </a:prstGeom>
          <a:solidFill>
            <a:srgbClr val="B5431E"/>
          </a:solidFill>
          <a:ln w="0">
            <a:noFill/>
          </a:ln>
        </p:spPr>
        <p:txBody>
          <a:bodyPr wrap="square" lIns="54000" tIns="36000" rIns="54000" bIns="36000" anchor="t"/>
          <a:lstStyle/>
          <a:p>
            <a:endParaRPr lang="en-US" sz="1000"/>
          </a:p>
        </p:txBody>
      </p:sp>
      <p:sp>
        <p:nvSpPr>
          <p:cNvPr id="462" name="M462"/>
          <p:cNvSpPr/>
          <p:nvPr/>
        </p:nvSpPr>
        <p:spPr>
          <a:xfrm>
            <a:off x="6180667" y="2326055"/>
            <a:ext cx="2556933" cy="228600"/>
          </a:xfrm>
          <a:prstGeom prst="rect">
            <a:avLst/>
          </a:prstGeom>
          <a:noFill/>
          <a:ln w="0">
            <a:noFill/>
          </a:ln>
        </p:spPr>
        <p:txBody>
          <a:bodyPr wrap="square" lIns="54000" tIns="36000" rIns="54000" bIns="36000" anchor="ctr"/>
          <a:lstStyle/>
          <a:p>
            <a:pPr algn="l"/>
            <a:r>
              <a:rPr lang="en-US" sz="1400" b="1" dirty="0">
                <a:solidFill>
                  <a:srgbClr val="B5431E"/>
                </a:solidFill>
              </a:rPr>
              <a:t>Anomaly Scoring</a:t>
            </a:r>
          </a:p>
        </p:txBody>
      </p:sp>
      <p:sp>
        <p:nvSpPr>
          <p:cNvPr id="463" name="M463"/>
          <p:cNvSpPr/>
          <p:nvPr/>
        </p:nvSpPr>
        <p:spPr>
          <a:xfrm>
            <a:off x="6129867" y="2592755"/>
            <a:ext cx="2658533" cy="12700"/>
          </a:xfrm>
          <a:prstGeom prst="rect">
            <a:avLst/>
          </a:prstGeom>
          <a:solidFill>
            <a:srgbClr val="B5431E"/>
          </a:solidFill>
          <a:ln w="0">
            <a:noFill/>
          </a:ln>
        </p:spPr>
        <p:txBody>
          <a:bodyPr wrap="square" lIns="54000" tIns="36000" rIns="54000" bIns="36000" anchor="t"/>
          <a:lstStyle/>
          <a:p>
            <a:endParaRPr lang="en-US" sz="1000"/>
          </a:p>
        </p:txBody>
      </p:sp>
      <p:sp>
        <p:nvSpPr>
          <p:cNvPr id="464" name="M464"/>
          <p:cNvSpPr/>
          <p:nvPr/>
        </p:nvSpPr>
        <p:spPr>
          <a:xfrm>
            <a:off x="6180667" y="2668955"/>
            <a:ext cx="2556933" cy="1765300"/>
          </a:xfrm>
          <a:prstGeom prst="rect">
            <a:avLst/>
          </a:prstGeom>
          <a:noFill/>
          <a:ln w="0">
            <a:noFill/>
          </a:ln>
        </p:spPr>
        <p:txBody>
          <a:bodyPr wrap="square" lIns="54000" tIns="36000" rIns="54000" bIns="36000" anchor="t"/>
          <a:lstStyle/>
          <a:p>
            <a:pPr algn="l">
              <a:lnSpc>
                <a:spcPts val="1300"/>
              </a:lnSpc>
              <a:buFont typeface="Arial"/>
              <a:buChar char="•"/>
            </a:pPr>
            <a:endParaRPr lang="en-US" sz="1200" dirty="0">
              <a:solidFill>
                <a:srgbClr val="333333"/>
              </a:solidFill>
            </a:endParaRPr>
          </a:p>
          <a:p>
            <a:pPr algn="l">
              <a:lnSpc>
                <a:spcPts val="1300"/>
              </a:lnSpc>
              <a:buFont typeface="Arial"/>
              <a:buChar char="•"/>
            </a:pPr>
            <a:r>
              <a:rPr lang="en-US" sz="1200" dirty="0">
                <a:solidFill>
                  <a:srgbClr val="333333"/>
                </a:solidFill>
              </a:rPr>
              <a:t>Z-score on BMI + risk score fields</a:t>
            </a:r>
          </a:p>
          <a:p>
            <a:pPr algn="l">
              <a:lnSpc>
                <a:spcPts val="1300"/>
              </a:lnSpc>
              <a:buFont typeface="Arial"/>
              <a:buChar char="•"/>
            </a:pPr>
            <a:r>
              <a:rPr lang="en-US" sz="1200" dirty="0">
                <a:solidFill>
                  <a:srgbClr val="333333"/>
                </a:solidFill>
              </a:rPr>
              <a:t>Threshold: 2.5 standard deviations</a:t>
            </a:r>
          </a:p>
          <a:p>
            <a:pPr algn="l">
              <a:lnSpc>
                <a:spcPts val="1300"/>
              </a:lnSpc>
              <a:buFont typeface="Arial"/>
              <a:buChar char="•"/>
            </a:pPr>
            <a:r>
              <a:rPr lang="en-US" sz="1200" dirty="0">
                <a:solidFill>
                  <a:srgbClr val="333333"/>
                </a:solidFill>
              </a:rPr>
              <a:t>Flags top ~1.2% extreme values</a:t>
            </a:r>
          </a:p>
          <a:p>
            <a:pPr algn="l">
              <a:lnSpc>
                <a:spcPts val="1300"/>
              </a:lnSpc>
              <a:buFont typeface="Arial"/>
              <a:buChar char="•"/>
            </a:pPr>
            <a:r>
              <a:rPr lang="en-US" sz="1200" dirty="0">
                <a:solidFill>
                  <a:srgbClr val="333333"/>
                </a:solidFill>
              </a:rPr>
              <a:t>Silent risk: score ≥0.60, no high-risk dx</a:t>
            </a:r>
          </a:p>
          <a:p>
            <a:pPr algn="l">
              <a:lnSpc>
                <a:spcPts val="1300"/>
              </a:lnSpc>
              <a:buFont typeface="Arial"/>
              <a:buChar char="•"/>
            </a:pPr>
            <a:r>
              <a:rPr lang="en-US" sz="1200" dirty="0">
                <a:solidFill>
                  <a:srgbClr val="333333"/>
                </a:solidFill>
              </a:rPr>
              <a:t>LLM summaries for all 400 patients</a:t>
            </a:r>
          </a:p>
        </p:txBody>
      </p:sp>
    </p:spTree>
    <p:extLst>
      <p:ext uri="{BB962C8B-B14F-4D97-AF65-F5344CB8AC3E}">
        <p14:creationId xmlns:p14="http://schemas.microsoft.com/office/powerpoint/2010/main" val="10583192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D1837-9693-A4AE-B127-EB6899D3319E}"/>
              </a:ext>
            </a:extLst>
          </p:cNvPr>
          <p:cNvSpPr>
            <a:spLocks noGrp="1"/>
          </p:cNvSpPr>
          <p:nvPr>
            <p:ph type="title"/>
          </p:nvPr>
        </p:nvSpPr>
        <p:spPr/>
        <p:txBody>
          <a:bodyPr/>
          <a:lstStyle/>
          <a:p>
            <a:r>
              <a:t>Evaluation &amp; Results</a:t>
            </a:r>
          </a:p>
        </p:txBody>
      </p:sp>
      <p:sp>
        <p:nvSpPr>
          <p:cNvPr id="3" name="Footer Placeholder 2">
            <a:extLst>
              <a:ext uri="{FF2B5EF4-FFF2-40B4-BE49-F238E27FC236}">
                <a16:creationId xmlns:a16="http://schemas.microsoft.com/office/drawing/2014/main" id="{57F1D92C-45C2-DE7A-00E2-5353DDB6BE32}"/>
              </a:ext>
            </a:extLst>
          </p:cNvPr>
          <p:cNvSpPr>
            <a:spLocks noGrp="1"/>
          </p:cNvSpPr>
          <p:nvPr>
            <p:ph type="ftr" sz="quarter" idx="11"/>
          </p:nvPr>
        </p:nvSpPr>
        <p:spPr/>
        <p:txBody>
          <a:bodyPr/>
          <a:lstStyle/>
          <a:p>
            <a:r>
              <a:rPr lang="en-IN" sz="800"/>
              <a:t>TCS confidential</a:t>
            </a:r>
          </a:p>
        </p:txBody>
      </p:sp>
      <p:sp>
        <p:nvSpPr>
          <p:cNvPr id="4" name="Slide Number Placeholder 3">
            <a:extLst>
              <a:ext uri="{FF2B5EF4-FFF2-40B4-BE49-F238E27FC236}">
                <a16:creationId xmlns:a16="http://schemas.microsoft.com/office/drawing/2014/main" id="{8242198E-A055-C64E-AB8F-B11367A10A6F}"/>
              </a:ext>
            </a:extLst>
          </p:cNvPr>
          <p:cNvSpPr>
            <a:spLocks noGrp="1"/>
          </p:cNvSpPr>
          <p:nvPr>
            <p:ph type="sldNum" sz="quarter" idx="12"/>
          </p:nvPr>
        </p:nvSpPr>
        <p:spPr/>
        <p:txBody>
          <a:bodyPr/>
          <a:lstStyle/>
          <a:p>
            <a:fld id="{662A0901-ACEF-4BE9-9C8C-C119B421173E}" type="slidenum">
              <a:rPr lang="en-IN" sz="800" smtClean="0"/>
              <a:t>8</a:t>
            </a:fld>
            <a:endParaRPr lang="en-IN" sz="800"/>
          </a:p>
        </p:txBody>
      </p:sp>
      <p:sp>
        <p:nvSpPr>
          <p:cNvPr id="600" name="R600"/>
          <p:cNvSpPr/>
          <p:nvPr/>
        </p:nvSpPr>
        <p:spPr>
          <a:xfrm>
            <a:off x="304800" y="537309"/>
            <a:ext cx="8534400" cy="355600"/>
          </a:xfrm>
          <a:prstGeom prst="roundRect">
            <a:avLst>
              <a:gd name="adj" fmla="val 8000"/>
            </a:avLst>
          </a:prstGeom>
          <a:solidFill>
            <a:srgbClr val="EEF2F7"/>
          </a:solidFill>
          <a:ln w="0">
            <a:noFill/>
          </a:ln>
        </p:spPr>
        <p:txBody>
          <a:bodyPr wrap="square" lIns="54000" tIns="36000" rIns="54000" bIns="36000" anchor="ctr"/>
          <a:lstStyle/>
          <a:p>
            <a:pPr algn="l"/>
            <a:r>
              <a:rPr lang="en-US" sz="1050" b="1" dirty="0">
                <a:solidFill>
                  <a:srgbClr val="2B5A94"/>
                </a:solidFill>
              </a:rPr>
              <a:t>Evaluation Approach: </a:t>
            </a:r>
            <a:r>
              <a:rPr lang="en-US" sz="1050" dirty="0">
                <a:solidFill>
                  <a:srgbClr val="444444"/>
                </a:solidFill>
              </a:rPr>
              <a:t>Traditional metrics (Accuracy, Precision, Recall, AUC) not applicable — no labeled outcome column. LLMOps metrics used instead.</a:t>
            </a:r>
          </a:p>
        </p:txBody>
      </p:sp>
      <p:sp>
        <p:nvSpPr>
          <p:cNvPr id="601" name="R601"/>
          <p:cNvSpPr/>
          <p:nvPr/>
        </p:nvSpPr>
        <p:spPr>
          <a:xfrm>
            <a:off x="304800" y="994509"/>
            <a:ext cx="2760133" cy="762000"/>
          </a:xfrm>
          <a:prstGeom prst="roundRect">
            <a:avLst>
              <a:gd name="adj" fmla="val 8000"/>
            </a:avLst>
          </a:prstGeom>
          <a:solidFill>
            <a:srgbClr val="FDEEEE"/>
          </a:solidFill>
          <a:ln w="0">
            <a:noFill/>
          </a:ln>
        </p:spPr>
        <p:txBody>
          <a:bodyPr wrap="square" lIns="54000" tIns="36000" rIns="54000" bIns="36000" anchor="ctr"/>
          <a:lstStyle/>
          <a:p>
            <a:pPr algn="ctr"/>
            <a:r>
              <a:rPr lang="en-US" sz="3600" b="1" dirty="0">
                <a:solidFill>
                  <a:srgbClr val="B22A20"/>
                </a:solidFill>
              </a:rPr>
              <a:t>27</a:t>
            </a:r>
          </a:p>
          <a:p>
            <a:pPr algn="ctr"/>
            <a:r>
              <a:rPr lang="en-US" sz="1100" dirty="0">
                <a:solidFill>
                  <a:srgbClr val="B22A20"/>
                </a:solidFill>
              </a:rPr>
              <a:t>HIGH Risk (6.75%)</a:t>
            </a:r>
          </a:p>
        </p:txBody>
      </p:sp>
      <p:sp>
        <p:nvSpPr>
          <p:cNvPr id="602" name="R602"/>
          <p:cNvSpPr/>
          <p:nvPr/>
        </p:nvSpPr>
        <p:spPr>
          <a:xfrm>
            <a:off x="355600" y="994509"/>
            <a:ext cx="2658533" cy="38100"/>
          </a:xfrm>
          <a:prstGeom prst="rect">
            <a:avLst/>
          </a:prstGeom>
          <a:solidFill>
            <a:srgbClr val="B22A20"/>
          </a:solidFill>
          <a:ln w="0">
            <a:noFill/>
          </a:ln>
        </p:spPr>
        <p:txBody>
          <a:bodyPr wrap="square" lIns="54000" tIns="36000" rIns="54000" bIns="36000" anchor="t"/>
          <a:lstStyle/>
          <a:p>
            <a:endParaRPr lang="en-US" sz="1050"/>
          </a:p>
        </p:txBody>
      </p:sp>
      <p:sp>
        <p:nvSpPr>
          <p:cNvPr id="603" name="R603"/>
          <p:cNvSpPr/>
          <p:nvPr/>
        </p:nvSpPr>
        <p:spPr>
          <a:xfrm>
            <a:off x="3191933" y="994509"/>
            <a:ext cx="2760133" cy="762000"/>
          </a:xfrm>
          <a:prstGeom prst="roundRect">
            <a:avLst>
              <a:gd name="adj" fmla="val 8000"/>
            </a:avLst>
          </a:prstGeom>
          <a:solidFill>
            <a:srgbClr val="FFF5E6"/>
          </a:solidFill>
          <a:ln w="0">
            <a:noFill/>
          </a:ln>
        </p:spPr>
        <p:txBody>
          <a:bodyPr wrap="square" lIns="54000" tIns="36000" rIns="54000" bIns="36000" anchor="ctr"/>
          <a:lstStyle/>
          <a:p>
            <a:pPr algn="ctr"/>
            <a:r>
              <a:rPr lang="en-US" sz="3600" b="1" dirty="0">
                <a:solidFill>
                  <a:srgbClr val="8B5E00"/>
                </a:solidFill>
              </a:rPr>
              <a:t>195</a:t>
            </a:r>
          </a:p>
          <a:p>
            <a:pPr algn="ctr"/>
            <a:r>
              <a:rPr lang="en-US" sz="1100" dirty="0">
                <a:solidFill>
                  <a:srgbClr val="8B5E00"/>
                </a:solidFill>
              </a:rPr>
              <a:t>MEDIUM Risk (48.75%)</a:t>
            </a:r>
          </a:p>
        </p:txBody>
      </p:sp>
      <p:sp>
        <p:nvSpPr>
          <p:cNvPr id="604" name="R604"/>
          <p:cNvSpPr/>
          <p:nvPr/>
        </p:nvSpPr>
        <p:spPr>
          <a:xfrm>
            <a:off x="3242733" y="994509"/>
            <a:ext cx="2658533" cy="38100"/>
          </a:xfrm>
          <a:prstGeom prst="rect">
            <a:avLst/>
          </a:prstGeom>
          <a:solidFill>
            <a:srgbClr val="8B5E00"/>
          </a:solidFill>
          <a:ln w="0">
            <a:noFill/>
          </a:ln>
        </p:spPr>
        <p:txBody>
          <a:bodyPr wrap="square" lIns="54000" tIns="36000" rIns="54000" bIns="36000" anchor="t"/>
          <a:lstStyle/>
          <a:p>
            <a:endParaRPr lang="en-US" sz="1050"/>
          </a:p>
        </p:txBody>
      </p:sp>
      <p:sp>
        <p:nvSpPr>
          <p:cNvPr id="605" name="R605"/>
          <p:cNvSpPr/>
          <p:nvPr/>
        </p:nvSpPr>
        <p:spPr>
          <a:xfrm>
            <a:off x="6079067" y="994509"/>
            <a:ext cx="2760133" cy="762000"/>
          </a:xfrm>
          <a:prstGeom prst="roundRect">
            <a:avLst>
              <a:gd name="adj" fmla="val 8000"/>
            </a:avLst>
          </a:prstGeom>
          <a:solidFill>
            <a:srgbClr val="EEF7EE"/>
          </a:solidFill>
          <a:ln w="0">
            <a:noFill/>
          </a:ln>
        </p:spPr>
        <p:txBody>
          <a:bodyPr wrap="square" lIns="54000" tIns="36000" rIns="54000" bIns="36000" anchor="ctr"/>
          <a:lstStyle/>
          <a:p>
            <a:pPr algn="ctr"/>
            <a:r>
              <a:rPr lang="en-US" sz="3600" b="1" dirty="0">
                <a:solidFill>
                  <a:srgbClr val="2D6627"/>
                </a:solidFill>
              </a:rPr>
              <a:t>178</a:t>
            </a:r>
          </a:p>
          <a:p>
            <a:pPr algn="ctr"/>
            <a:r>
              <a:rPr lang="en-US" sz="1100" dirty="0">
                <a:solidFill>
                  <a:srgbClr val="2D6627"/>
                </a:solidFill>
              </a:rPr>
              <a:t>LOW Risk (44.50%)</a:t>
            </a:r>
          </a:p>
        </p:txBody>
      </p:sp>
      <p:sp>
        <p:nvSpPr>
          <p:cNvPr id="606" name="R606"/>
          <p:cNvSpPr/>
          <p:nvPr/>
        </p:nvSpPr>
        <p:spPr>
          <a:xfrm>
            <a:off x="6129867" y="994509"/>
            <a:ext cx="2658533" cy="38100"/>
          </a:xfrm>
          <a:prstGeom prst="rect">
            <a:avLst/>
          </a:prstGeom>
          <a:solidFill>
            <a:srgbClr val="388031"/>
          </a:solidFill>
          <a:ln w="0">
            <a:noFill/>
          </a:ln>
        </p:spPr>
        <p:txBody>
          <a:bodyPr wrap="square" lIns="54000" tIns="36000" rIns="54000" bIns="36000" anchor="t"/>
          <a:lstStyle/>
          <a:p>
            <a:endParaRPr lang="en-US" sz="1050"/>
          </a:p>
        </p:txBody>
      </p:sp>
      <p:sp>
        <p:nvSpPr>
          <p:cNvPr id="607" name="R607"/>
          <p:cNvSpPr/>
          <p:nvPr/>
        </p:nvSpPr>
        <p:spPr>
          <a:xfrm>
            <a:off x="304800" y="1807309"/>
            <a:ext cx="3810000" cy="177800"/>
          </a:xfrm>
          <a:prstGeom prst="rect">
            <a:avLst/>
          </a:prstGeom>
          <a:noFill/>
          <a:ln w="0">
            <a:noFill/>
          </a:ln>
        </p:spPr>
        <p:txBody>
          <a:bodyPr wrap="square" lIns="54000" tIns="36000" rIns="54000" bIns="36000" anchor="ctr"/>
          <a:lstStyle/>
          <a:p>
            <a:pPr algn="l"/>
            <a:r>
              <a:rPr lang="en-US" sz="1050" b="1" dirty="0">
                <a:solidFill>
                  <a:srgbClr val="2B5A94"/>
                </a:solidFill>
              </a:rPr>
              <a:t>400 PATIENTS SCORED  |  KEY FINDINGS</a:t>
            </a:r>
          </a:p>
        </p:txBody>
      </p:sp>
      <p:sp>
        <p:nvSpPr>
          <p:cNvPr id="620" name="R620"/>
          <p:cNvSpPr/>
          <p:nvPr/>
        </p:nvSpPr>
        <p:spPr>
          <a:xfrm>
            <a:off x="304800" y="2023209"/>
            <a:ext cx="1625600" cy="635000"/>
          </a:xfrm>
          <a:prstGeom prst="roundRect">
            <a:avLst>
              <a:gd name="adj" fmla="val 8000"/>
            </a:avLst>
          </a:prstGeom>
          <a:solidFill>
            <a:srgbClr val="F0F0F0"/>
          </a:solidFill>
          <a:ln w="0">
            <a:noFill/>
          </a:ln>
        </p:spPr>
        <p:txBody>
          <a:bodyPr wrap="square" lIns="54000" tIns="36000" rIns="54000" bIns="36000" anchor="ctr"/>
          <a:lstStyle/>
          <a:p>
            <a:pPr algn="ctr"/>
            <a:r>
              <a:rPr lang="en-US" sz="2800" b="1" dirty="0">
                <a:solidFill>
                  <a:srgbClr val="B5431E"/>
                </a:solidFill>
              </a:rPr>
              <a:t>11</a:t>
            </a:r>
          </a:p>
          <a:p>
            <a:pPr algn="ctr"/>
            <a:r>
              <a:rPr lang="en-US" sz="1000" dirty="0">
                <a:solidFill>
                  <a:srgbClr val="555555"/>
                </a:solidFill>
              </a:rPr>
              <a:t>Anomalies</a:t>
            </a:r>
          </a:p>
        </p:txBody>
      </p:sp>
      <p:sp>
        <p:nvSpPr>
          <p:cNvPr id="621" name="R621"/>
          <p:cNvSpPr/>
          <p:nvPr/>
        </p:nvSpPr>
        <p:spPr>
          <a:xfrm>
            <a:off x="2032000" y="2023209"/>
            <a:ext cx="1625600" cy="635000"/>
          </a:xfrm>
          <a:prstGeom prst="roundRect">
            <a:avLst>
              <a:gd name="adj" fmla="val 8000"/>
            </a:avLst>
          </a:prstGeom>
          <a:solidFill>
            <a:srgbClr val="F0F0F0"/>
          </a:solidFill>
          <a:ln w="0">
            <a:noFill/>
          </a:ln>
        </p:spPr>
        <p:txBody>
          <a:bodyPr wrap="square" lIns="54000" tIns="36000" rIns="54000" bIns="36000" anchor="ctr"/>
          <a:lstStyle/>
          <a:p>
            <a:pPr algn="ctr"/>
            <a:r>
              <a:rPr lang="en-US" sz="2800" b="1" dirty="0">
                <a:solidFill>
                  <a:srgbClr val="B22A20"/>
                </a:solidFill>
              </a:rPr>
              <a:t>31</a:t>
            </a:r>
          </a:p>
          <a:p>
            <a:pPr algn="ctr"/>
            <a:r>
              <a:rPr lang="en-US" sz="1000" dirty="0">
                <a:solidFill>
                  <a:srgbClr val="555555"/>
                </a:solidFill>
              </a:rPr>
              <a:t>Silent Risk</a:t>
            </a:r>
          </a:p>
        </p:txBody>
      </p:sp>
      <p:sp>
        <p:nvSpPr>
          <p:cNvPr id="622" name="R622"/>
          <p:cNvSpPr/>
          <p:nvPr/>
        </p:nvSpPr>
        <p:spPr>
          <a:xfrm>
            <a:off x="3759200" y="2023209"/>
            <a:ext cx="1625600" cy="635000"/>
          </a:xfrm>
          <a:prstGeom prst="roundRect">
            <a:avLst>
              <a:gd name="adj" fmla="val 8000"/>
            </a:avLst>
          </a:prstGeom>
          <a:solidFill>
            <a:srgbClr val="F0F0F0"/>
          </a:solidFill>
          <a:ln w="0">
            <a:noFill/>
          </a:ln>
        </p:spPr>
        <p:txBody>
          <a:bodyPr wrap="square" lIns="54000" tIns="36000" rIns="54000" bIns="36000" anchor="ctr"/>
          <a:lstStyle/>
          <a:p>
            <a:pPr algn="ctr"/>
            <a:r>
              <a:rPr lang="en-US" sz="2800" b="1" dirty="0">
                <a:solidFill>
                  <a:srgbClr val="2B5A94"/>
                </a:solidFill>
              </a:rPr>
              <a:t>400</a:t>
            </a:r>
          </a:p>
          <a:p>
            <a:pPr algn="ctr"/>
            <a:r>
              <a:rPr lang="en-US" sz="1000" dirty="0">
                <a:solidFill>
                  <a:srgbClr val="555555"/>
                </a:solidFill>
              </a:rPr>
              <a:t>LLM Summaries</a:t>
            </a:r>
          </a:p>
        </p:txBody>
      </p:sp>
      <p:sp>
        <p:nvSpPr>
          <p:cNvPr id="623" name="R623"/>
          <p:cNvSpPr/>
          <p:nvPr/>
        </p:nvSpPr>
        <p:spPr>
          <a:xfrm>
            <a:off x="5486400" y="2023209"/>
            <a:ext cx="1625600" cy="635000"/>
          </a:xfrm>
          <a:prstGeom prst="roundRect">
            <a:avLst>
              <a:gd name="adj" fmla="val 8000"/>
            </a:avLst>
          </a:prstGeom>
          <a:solidFill>
            <a:srgbClr val="F0F0F0"/>
          </a:solidFill>
          <a:ln w="0">
            <a:noFill/>
          </a:ln>
        </p:spPr>
        <p:txBody>
          <a:bodyPr wrap="square" lIns="54000" tIns="36000" rIns="54000" bIns="36000" anchor="ctr"/>
          <a:lstStyle/>
          <a:p>
            <a:pPr algn="ctr"/>
            <a:r>
              <a:rPr lang="en-US" sz="2800" b="1" dirty="0">
                <a:solidFill>
                  <a:srgbClr val="8B5E00"/>
                </a:solidFill>
              </a:rPr>
              <a:t>2.88s</a:t>
            </a:r>
          </a:p>
          <a:p>
            <a:pPr algn="ctr"/>
            <a:r>
              <a:rPr lang="en-US" sz="1000" dirty="0">
                <a:solidFill>
                  <a:srgbClr val="555555"/>
                </a:solidFill>
              </a:rPr>
              <a:t>Avg Latency</a:t>
            </a:r>
          </a:p>
        </p:txBody>
      </p:sp>
      <p:sp>
        <p:nvSpPr>
          <p:cNvPr id="624" name="R624"/>
          <p:cNvSpPr/>
          <p:nvPr/>
        </p:nvSpPr>
        <p:spPr>
          <a:xfrm>
            <a:off x="7213600" y="2023209"/>
            <a:ext cx="1625600" cy="635000"/>
          </a:xfrm>
          <a:prstGeom prst="roundRect">
            <a:avLst>
              <a:gd name="adj" fmla="val 8000"/>
            </a:avLst>
          </a:prstGeom>
          <a:solidFill>
            <a:srgbClr val="F0F0F0"/>
          </a:solidFill>
          <a:ln w="0">
            <a:noFill/>
          </a:ln>
        </p:spPr>
        <p:txBody>
          <a:bodyPr wrap="square" lIns="54000" tIns="36000" rIns="54000" bIns="36000" anchor="ctr"/>
          <a:lstStyle/>
          <a:p>
            <a:pPr algn="ctr"/>
            <a:r>
              <a:rPr lang="en-US" sz="2800" b="1" dirty="0">
                <a:solidFill>
                  <a:srgbClr val="388031"/>
                </a:solidFill>
              </a:rPr>
              <a:t>0.12</a:t>
            </a:r>
          </a:p>
          <a:p>
            <a:pPr algn="ctr"/>
            <a:r>
              <a:rPr lang="en-US" sz="1000" dirty="0">
                <a:solidFill>
                  <a:srgbClr val="555555"/>
                </a:solidFill>
              </a:rPr>
              <a:t>Embed Drift (STABLE)</a:t>
            </a:r>
          </a:p>
        </p:txBody>
      </p:sp>
      <p:sp>
        <p:nvSpPr>
          <p:cNvPr id="625" name="R625"/>
          <p:cNvSpPr/>
          <p:nvPr/>
        </p:nvSpPr>
        <p:spPr>
          <a:xfrm>
            <a:off x="304800" y="2823309"/>
            <a:ext cx="5461000" cy="1778000"/>
          </a:xfrm>
          <a:prstGeom prst="roundRect">
            <a:avLst>
              <a:gd name="adj" fmla="val 8000"/>
            </a:avLst>
          </a:prstGeom>
          <a:solidFill>
            <a:srgbClr val="F0F0F0"/>
          </a:solidFill>
          <a:ln w="0">
            <a:noFill/>
          </a:ln>
        </p:spPr>
        <p:txBody>
          <a:bodyPr wrap="square" lIns="54000" tIns="36000" rIns="54000" bIns="36000" anchor="t"/>
          <a:lstStyle/>
          <a:p>
            <a:endParaRPr lang="en-US" sz="1050"/>
          </a:p>
        </p:txBody>
      </p:sp>
      <p:sp>
        <p:nvSpPr>
          <p:cNvPr id="626" name="R626"/>
          <p:cNvSpPr/>
          <p:nvPr/>
        </p:nvSpPr>
        <p:spPr>
          <a:xfrm>
            <a:off x="355600" y="2823309"/>
            <a:ext cx="5359400" cy="38100"/>
          </a:xfrm>
          <a:prstGeom prst="rect">
            <a:avLst/>
          </a:prstGeom>
          <a:solidFill>
            <a:srgbClr val="2B5A94"/>
          </a:solidFill>
          <a:ln w="0">
            <a:noFill/>
          </a:ln>
        </p:spPr>
        <p:txBody>
          <a:bodyPr wrap="square" lIns="54000" tIns="36000" rIns="54000" bIns="36000" anchor="t"/>
          <a:lstStyle/>
          <a:p>
            <a:endParaRPr lang="en-US" sz="1050"/>
          </a:p>
        </p:txBody>
      </p:sp>
      <p:sp>
        <p:nvSpPr>
          <p:cNvPr id="627" name="R627"/>
          <p:cNvSpPr/>
          <p:nvPr/>
        </p:nvSpPr>
        <p:spPr>
          <a:xfrm>
            <a:off x="406400" y="2924909"/>
            <a:ext cx="5257800" cy="228600"/>
          </a:xfrm>
          <a:prstGeom prst="rect">
            <a:avLst/>
          </a:prstGeom>
          <a:noFill/>
          <a:ln w="0">
            <a:noFill/>
          </a:ln>
        </p:spPr>
        <p:txBody>
          <a:bodyPr wrap="square" lIns="54000" tIns="36000" rIns="54000" bIns="36000" anchor="ctr"/>
          <a:lstStyle/>
          <a:p>
            <a:pPr algn="l"/>
            <a:r>
              <a:rPr lang="en-US" sz="1200" b="1" dirty="0">
                <a:solidFill>
                  <a:srgbClr val="2B5A94"/>
                </a:solidFill>
              </a:rPr>
              <a:t>Key Output Example</a:t>
            </a:r>
          </a:p>
        </p:txBody>
      </p:sp>
      <p:sp>
        <p:nvSpPr>
          <p:cNvPr id="628" name="R628"/>
          <p:cNvSpPr/>
          <p:nvPr/>
        </p:nvSpPr>
        <p:spPr>
          <a:xfrm>
            <a:off x="355600" y="3178909"/>
            <a:ext cx="5359400" cy="12700"/>
          </a:xfrm>
          <a:prstGeom prst="rect">
            <a:avLst/>
          </a:prstGeom>
          <a:solidFill>
            <a:srgbClr val="CCCCCC"/>
          </a:solidFill>
          <a:ln w="0">
            <a:noFill/>
          </a:ln>
        </p:spPr>
        <p:txBody>
          <a:bodyPr wrap="square" lIns="54000" tIns="36000" rIns="54000" bIns="36000" anchor="t"/>
          <a:lstStyle/>
          <a:p>
            <a:endParaRPr lang="en-US" sz="1050"/>
          </a:p>
        </p:txBody>
      </p:sp>
      <p:sp>
        <p:nvSpPr>
          <p:cNvPr id="629" name="R629"/>
          <p:cNvSpPr/>
          <p:nvPr/>
        </p:nvSpPr>
        <p:spPr>
          <a:xfrm>
            <a:off x="406400" y="3191609"/>
            <a:ext cx="5257800" cy="1371600"/>
          </a:xfrm>
          <a:prstGeom prst="rect">
            <a:avLst/>
          </a:prstGeom>
          <a:noFill/>
          <a:ln w="0">
            <a:noFill/>
          </a:ln>
        </p:spPr>
        <p:txBody>
          <a:bodyPr wrap="square" lIns="54000" tIns="36000" rIns="54000" bIns="36000" anchor="t"/>
          <a:lstStyle/>
          <a:p>
            <a:pPr algn="l">
              <a:lnSpc>
                <a:spcPts val="1200"/>
              </a:lnSpc>
              <a:buNone/>
            </a:pPr>
            <a:r>
              <a:rPr lang="en-US" sz="1100" b="1" dirty="0">
                <a:solidFill>
                  <a:srgbClr val="333333"/>
                </a:solidFill>
              </a:rPr>
              <a:t>Patient H10012</a:t>
            </a:r>
            <a:r>
              <a:rPr lang="en-US" sz="1100" dirty="0">
                <a:solidFill>
                  <a:srgbClr val="555555"/>
                </a:solidFill>
              </a:rPr>
              <a:t>  |  Age 72  |  Smoker  |  Diabetic  |  Dx: J45 (Asthma)</a:t>
            </a:r>
          </a:p>
          <a:p>
            <a:pPr algn="l">
              <a:lnSpc>
                <a:spcPts val="1200"/>
              </a:lnSpc>
              <a:spcBef>
                <a:spcPts val="300"/>
              </a:spcBef>
              <a:buFont typeface="Arial"/>
              <a:buChar char="•"/>
            </a:pPr>
            <a:r>
              <a:rPr lang="en-US" sz="1100" dirty="0">
                <a:solidFill>
                  <a:srgbClr val="333333"/>
                </a:solidFill>
              </a:rPr>
              <a:t>Risk Score: </a:t>
            </a:r>
            <a:r>
              <a:rPr lang="en-US" sz="1100" b="1" dirty="0">
                <a:solidFill>
                  <a:srgbClr val="B22A20"/>
                </a:solidFill>
              </a:rPr>
              <a:t>HIGH (0.85)</a:t>
            </a:r>
          </a:p>
          <a:p>
            <a:pPr algn="l">
              <a:lnSpc>
                <a:spcPts val="1200"/>
              </a:lnSpc>
              <a:buFont typeface="Arial"/>
              <a:buChar char="•"/>
            </a:pPr>
            <a:r>
              <a:rPr lang="en-US" sz="1100" dirty="0">
                <a:solidFill>
                  <a:srgbClr val="333333"/>
                </a:solidFill>
              </a:rPr>
              <a:t>Flagged as both anomaly and silent risk</a:t>
            </a:r>
          </a:p>
          <a:p>
            <a:pPr algn="l">
              <a:lnSpc>
                <a:spcPts val="1200"/>
              </a:lnSpc>
              <a:buFont typeface="Arial"/>
              <a:buChar char="•"/>
            </a:pPr>
            <a:r>
              <a:rPr lang="en-US" sz="1100" dirty="0">
                <a:solidFill>
                  <a:srgbClr val="333333"/>
                </a:solidFill>
              </a:rPr>
              <a:t>LLM recommended further investigation due to silent risk pattern detected via embedding similarity</a:t>
            </a:r>
          </a:p>
          <a:p>
            <a:pPr>
              <a:lnSpc>
                <a:spcPts val="1200"/>
              </a:lnSpc>
              <a:spcBef>
                <a:spcPts val="300"/>
              </a:spcBef>
              <a:buFont typeface="Arial"/>
              <a:buChar char="•"/>
            </a:pPr>
            <a:r>
              <a:rPr lang="en-US" sz="1100" dirty="0">
                <a:solidFill>
                  <a:srgbClr val="333333"/>
                </a:solidFill>
              </a:rPr>
              <a:t>Anomaly detection operates independently of risk scoring — 2 LOW-risk patients flagged </a:t>
            </a:r>
            <a:r>
              <a:rPr lang="en-US" sz="1100" dirty="0"/>
              <a:t>H10315 (age 41, BMI 14.8 — severely underweight) and H10329 (age 23, BMI 40.0 — severely obese)</a:t>
            </a:r>
            <a:endParaRPr lang="en-US" sz="1100" dirty="0">
              <a:solidFill>
                <a:srgbClr val="333333"/>
              </a:solidFill>
            </a:endParaRPr>
          </a:p>
        </p:txBody>
      </p:sp>
      <p:sp>
        <p:nvSpPr>
          <p:cNvPr id="630" name="R630"/>
          <p:cNvSpPr/>
          <p:nvPr/>
        </p:nvSpPr>
        <p:spPr>
          <a:xfrm>
            <a:off x="5892800" y="2823309"/>
            <a:ext cx="2946400" cy="1778000"/>
          </a:xfrm>
          <a:prstGeom prst="roundRect">
            <a:avLst>
              <a:gd name="adj" fmla="val 8000"/>
            </a:avLst>
          </a:prstGeom>
          <a:solidFill>
            <a:srgbClr val="F0F0F0"/>
          </a:solidFill>
          <a:ln w="0">
            <a:noFill/>
          </a:ln>
        </p:spPr>
        <p:txBody>
          <a:bodyPr wrap="square" lIns="54000" tIns="36000" rIns="54000" bIns="36000" anchor="t"/>
          <a:lstStyle/>
          <a:p>
            <a:endParaRPr lang="en-US" sz="1050"/>
          </a:p>
        </p:txBody>
      </p:sp>
      <p:sp>
        <p:nvSpPr>
          <p:cNvPr id="631" name="R631"/>
          <p:cNvSpPr/>
          <p:nvPr/>
        </p:nvSpPr>
        <p:spPr>
          <a:xfrm>
            <a:off x="5943600" y="2823309"/>
            <a:ext cx="2844800" cy="38100"/>
          </a:xfrm>
          <a:prstGeom prst="rect">
            <a:avLst/>
          </a:prstGeom>
          <a:solidFill>
            <a:srgbClr val="388031"/>
          </a:solidFill>
          <a:ln w="0">
            <a:noFill/>
          </a:ln>
        </p:spPr>
        <p:txBody>
          <a:bodyPr wrap="square" lIns="54000" tIns="36000" rIns="54000" bIns="36000" anchor="t"/>
          <a:lstStyle/>
          <a:p>
            <a:endParaRPr lang="en-US" sz="1050"/>
          </a:p>
        </p:txBody>
      </p:sp>
      <p:sp>
        <p:nvSpPr>
          <p:cNvPr id="632" name="R632"/>
          <p:cNvSpPr/>
          <p:nvPr/>
        </p:nvSpPr>
        <p:spPr>
          <a:xfrm>
            <a:off x="5994400" y="2924909"/>
            <a:ext cx="2743200" cy="228600"/>
          </a:xfrm>
          <a:prstGeom prst="rect">
            <a:avLst/>
          </a:prstGeom>
          <a:noFill/>
          <a:ln w="0">
            <a:noFill/>
          </a:ln>
        </p:spPr>
        <p:txBody>
          <a:bodyPr wrap="square" lIns="54000" tIns="36000" rIns="54000" bIns="36000" anchor="ctr"/>
          <a:lstStyle/>
          <a:p>
            <a:pPr algn="l"/>
            <a:r>
              <a:rPr lang="en-US" sz="1200" b="1" dirty="0">
                <a:solidFill>
                  <a:srgbClr val="388031"/>
                </a:solidFill>
              </a:rPr>
              <a:t>Fairness &amp; Notes</a:t>
            </a:r>
          </a:p>
        </p:txBody>
      </p:sp>
      <p:sp>
        <p:nvSpPr>
          <p:cNvPr id="633" name="R633"/>
          <p:cNvSpPr/>
          <p:nvPr/>
        </p:nvSpPr>
        <p:spPr>
          <a:xfrm>
            <a:off x="5943600" y="3178909"/>
            <a:ext cx="2844800" cy="12700"/>
          </a:xfrm>
          <a:prstGeom prst="rect">
            <a:avLst/>
          </a:prstGeom>
          <a:solidFill>
            <a:srgbClr val="CCCCCC"/>
          </a:solidFill>
          <a:ln w="0">
            <a:noFill/>
          </a:ln>
        </p:spPr>
        <p:txBody>
          <a:bodyPr wrap="square" lIns="54000" tIns="36000" rIns="54000" bIns="36000" anchor="t"/>
          <a:lstStyle/>
          <a:p>
            <a:endParaRPr lang="en-US" sz="1050"/>
          </a:p>
        </p:txBody>
      </p:sp>
      <p:sp>
        <p:nvSpPr>
          <p:cNvPr id="634" name="R634"/>
          <p:cNvSpPr/>
          <p:nvPr/>
        </p:nvSpPr>
        <p:spPr>
          <a:xfrm>
            <a:off x="5994400" y="3255109"/>
            <a:ext cx="2743200" cy="1219200"/>
          </a:xfrm>
          <a:prstGeom prst="rect">
            <a:avLst/>
          </a:prstGeom>
          <a:noFill/>
          <a:ln w="0">
            <a:noFill/>
          </a:ln>
        </p:spPr>
        <p:txBody>
          <a:bodyPr wrap="square" lIns="54000" tIns="36000" rIns="54000" bIns="36000" anchor="t"/>
          <a:lstStyle/>
          <a:p>
            <a:pPr algn="l">
              <a:lnSpc>
                <a:spcPts val="1200"/>
              </a:lnSpc>
              <a:buFont typeface="Arial"/>
              <a:buChar char="•"/>
            </a:pPr>
            <a:r>
              <a:rPr lang="en-US" sz="1100" dirty="0">
                <a:solidFill>
                  <a:srgbClr val="333333"/>
                </a:solidFill>
              </a:rPr>
              <a:t>Decision-support only</a:t>
            </a:r>
          </a:p>
          <a:p>
            <a:pPr algn="l">
              <a:lnSpc>
                <a:spcPts val="1200"/>
              </a:lnSpc>
              <a:buFont typeface="Arial"/>
              <a:buChar char="•"/>
            </a:pPr>
            <a:r>
              <a:rPr lang="en-US" sz="1100" dirty="0">
                <a:solidFill>
                  <a:srgbClr val="333333"/>
                </a:solidFill>
              </a:rPr>
              <a:t>Human review mandatory</a:t>
            </a:r>
          </a:p>
          <a:p>
            <a:pPr algn="l">
              <a:lnSpc>
                <a:spcPts val="1200"/>
              </a:lnSpc>
              <a:buFont typeface="Arial"/>
              <a:buChar char="•"/>
            </a:pPr>
            <a:r>
              <a:rPr lang="en-US" sz="1100" dirty="0">
                <a:solidFill>
                  <a:srgbClr val="333333"/>
                </a:solidFill>
              </a:rPr>
              <a:t>No PII to external API</a:t>
            </a:r>
          </a:p>
          <a:p>
            <a:pPr algn="l">
              <a:lnSpc>
                <a:spcPts val="1200"/>
              </a:lnSpc>
              <a:spcBef>
                <a:spcPts val="300"/>
              </a:spcBef>
              <a:buNone/>
            </a:pPr>
            <a:r>
              <a:rPr lang="en-US" sz="1050" i="1" dirty="0">
                <a:solidFill>
                  <a:srgbClr val="8B5E00"/>
                </a:solidFill>
              </a:rPr>
              <a:t>Avg tokens/call: 91</a:t>
            </a:r>
          </a:p>
          <a:p>
            <a:pPr algn="l">
              <a:lnSpc>
                <a:spcPts val="1200"/>
              </a:lnSpc>
              <a:buNone/>
            </a:pPr>
            <a:r>
              <a:rPr lang="en-US" sz="1050" i="1" dirty="0">
                <a:solidFill>
                  <a:srgbClr val="8B5E00"/>
                </a:solidFill>
              </a:rPr>
              <a:t>Logprobs: not supported</a:t>
            </a:r>
          </a:p>
          <a:p>
            <a:pPr algn="l">
              <a:lnSpc>
                <a:spcPts val="1200"/>
              </a:lnSpc>
              <a:buNone/>
            </a:pPr>
            <a:r>
              <a:rPr lang="en-US" sz="1050" i="1" dirty="0">
                <a:solidFill>
                  <a:srgbClr val="8B5E00"/>
                </a:solidFill>
              </a:rPr>
              <a:t>Future: llama-3.3-70b for confidence</a:t>
            </a:r>
          </a:p>
        </p:txBody>
      </p:sp>
      <p:sp>
        <p:nvSpPr>
          <p:cNvPr id="640" name="KBar640"/>
          <p:cNvSpPr/>
          <p:nvPr/>
        </p:nvSpPr>
        <p:spPr>
          <a:xfrm>
            <a:off x="355600" y="2023209"/>
            <a:ext cx="1524000" cy="38100"/>
          </a:xfrm>
          <a:prstGeom prst="rect">
            <a:avLst/>
          </a:prstGeom>
          <a:solidFill>
            <a:srgbClr val="B5431E"/>
          </a:solidFill>
          <a:ln w="0">
            <a:noFill/>
          </a:ln>
        </p:spPr>
        <p:txBody>
          <a:bodyPr/>
          <a:lstStyle/>
          <a:p>
            <a:endParaRPr lang="en-US" sz="1050"/>
          </a:p>
        </p:txBody>
      </p:sp>
      <p:sp>
        <p:nvSpPr>
          <p:cNvPr id="641" name="KBar641"/>
          <p:cNvSpPr/>
          <p:nvPr/>
        </p:nvSpPr>
        <p:spPr>
          <a:xfrm>
            <a:off x="2082800" y="2023209"/>
            <a:ext cx="1524000" cy="38100"/>
          </a:xfrm>
          <a:prstGeom prst="rect">
            <a:avLst/>
          </a:prstGeom>
          <a:solidFill>
            <a:srgbClr val="B22A20"/>
          </a:solidFill>
          <a:ln w="0">
            <a:noFill/>
          </a:ln>
        </p:spPr>
        <p:txBody>
          <a:bodyPr/>
          <a:lstStyle/>
          <a:p>
            <a:endParaRPr lang="en-US" sz="1050"/>
          </a:p>
        </p:txBody>
      </p:sp>
      <p:sp>
        <p:nvSpPr>
          <p:cNvPr id="642" name="KBar642"/>
          <p:cNvSpPr/>
          <p:nvPr/>
        </p:nvSpPr>
        <p:spPr>
          <a:xfrm>
            <a:off x="3810000" y="2023209"/>
            <a:ext cx="1524000" cy="38100"/>
          </a:xfrm>
          <a:prstGeom prst="rect">
            <a:avLst/>
          </a:prstGeom>
          <a:solidFill>
            <a:srgbClr val="2B5A94"/>
          </a:solidFill>
          <a:ln w="0">
            <a:noFill/>
          </a:ln>
        </p:spPr>
        <p:txBody>
          <a:bodyPr/>
          <a:lstStyle/>
          <a:p>
            <a:endParaRPr lang="en-US" sz="1050"/>
          </a:p>
        </p:txBody>
      </p:sp>
      <p:sp>
        <p:nvSpPr>
          <p:cNvPr id="643" name="KBar643"/>
          <p:cNvSpPr/>
          <p:nvPr/>
        </p:nvSpPr>
        <p:spPr>
          <a:xfrm>
            <a:off x="5537200" y="2023209"/>
            <a:ext cx="1524000" cy="38100"/>
          </a:xfrm>
          <a:prstGeom prst="rect">
            <a:avLst/>
          </a:prstGeom>
          <a:solidFill>
            <a:srgbClr val="8B5E00"/>
          </a:solidFill>
          <a:ln w="0">
            <a:noFill/>
          </a:ln>
        </p:spPr>
        <p:txBody>
          <a:bodyPr/>
          <a:lstStyle/>
          <a:p>
            <a:endParaRPr lang="en-US" sz="1050"/>
          </a:p>
        </p:txBody>
      </p:sp>
      <p:sp>
        <p:nvSpPr>
          <p:cNvPr id="644" name="KBar644"/>
          <p:cNvSpPr/>
          <p:nvPr/>
        </p:nvSpPr>
        <p:spPr>
          <a:xfrm>
            <a:off x="7264400" y="2023209"/>
            <a:ext cx="1524000" cy="38100"/>
          </a:xfrm>
          <a:prstGeom prst="rect">
            <a:avLst/>
          </a:prstGeom>
          <a:solidFill>
            <a:srgbClr val="388031"/>
          </a:solidFill>
          <a:ln w="0">
            <a:noFill/>
          </a:ln>
        </p:spPr>
        <p:txBody>
          <a:bodyPr/>
          <a:lstStyle/>
          <a:p>
            <a:endParaRPr lang="en-US" sz="1050"/>
          </a:p>
        </p:txBody>
      </p:sp>
    </p:spTree>
    <p:extLst>
      <p:ext uri="{BB962C8B-B14F-4D97-AF65-F5344CB8AC3E}">
        <p14:creationId xmlns:p14="http://schemas.microsoft.com/office/powerpoint/2010/main" val="33423370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2B1C6-F3F4-DF16-5FE3-37F38626FCFF}"/>
              </a:ext>
            </a:extLst>
          </p:cNvPr>
          <p:cNvSpPr>
            <a:spLocks noGrp="1"/>
          </p:cNvSpPr>
          <p:nvPr>
            <p:ph type="title"/>
          </p:nvPr>
        </p:nvSpPr>
        <p:spPr>
          <a:xfrm>
            <a:off x="192994" y="107917"/>
            <a:ext cx="7886195" cy="342445"/>
          </a:xfrm>
        </p:spPr>
        <p:txBody>
          <a:bodyPr/>
          <a:lstStyle/>
          <a:p>
            <a:r>
              <a:t>Demonstration / Prototype</a:t>
            </a:r>
          </a:p>
        </p:txBody>
      </p:sp>
      <p:sp>
        <p:nvSpPr>
          <p:cNvPr id="4" name="Footer Placeholder 3">
            <a:extLst>
              <a:ext uri="{FF2B5EF4-FFF2-40B4-BE49-F238E27FC236}">
                <a16:creationId xmlns:a16="http://schemas.microsoft.com/office/drawing/2014/main" id="{D410E57A-59EC-22F5-2EE6-1318C7A6E6A7}"/>
              </a:ext>
            </a:extLst>
          </p:cNvPr>
          <p:cNvSpPr>
            <a:spLocks noGrp="1"/>
          </p:cNvSpPr>
          <p:nvPr>
            <p:ph type="ftr" sz="quarter" idx="11"/>
          </p:nvPr>
        </p:nvSpPr>
        <p:spPr/>
        <p:txBody>
          <a:bodyPr/>
          <a:lstStyle/>
          <a:p>
            <a:r>
              <a:rPr lang="en-IN"/>
              <a:t>TCS confidential</a:t>
            </a:r>
          </a:p>
        </p:txBody>
      </p:sp>
      <p:sp>
        <p:nvSpPr>
          <p:cNvPr id="5" name="Slide Number Placeholder 4">
            <a:extLst>
              <a:ext uri="{FF2B5EF4-FFF2-40B4-BE49-F238E27FC236}">
                <a16:creationId xmlns:a16="http://schemas.microsoft.com/office/drawing/2014/main" id="{998BB3A2-BF94-D7B9-B82B-205375B3CA0C}"/>
              </a:ext>
            </a:extLst>
          </p:cNvPr>
          <p:cNvSpPr>
            <a:spLocks noGrp="1"/>
          </p:cNvSpPr>
          <p:nvPr>
            <p:ph type="sldNum" sz="quarter" idx="12"/>
          </p:nvPr>
        </p:nvSpPr>
        <p:spPr/>
        <p:txBody>
          <a:bodyPr/>
          <a:lstStyle/>
          <a:p>
            <a:fld id="{662A0901-ACEF-4BE9-9C8C-C119B421173E}" type="slidenum">
              <a:rPr lang="en-IN" smtClean="0"/>
              <a:t>9</a:t>
            </a:fld>
            <a:endParaRPr lang="en-IN"/>
          </a:p>
        </p:txBody>
      </p:sp>
      <p:sp>
        <p:nvSpPr>
          <p:cNvPr id="700" name="D700"/>
          <p:cNvSpPr/>
          <p:nvPr/>
        </p:nvSpPr>
        <p:spPr>
          <a:xfrm>
            <a:off x="304800" y="730613"/>
            <a:ext cx="1701800" cy="381000"/>
          </a:xfrm>
          <a:prstGeom prst="homePlate">
            <a:avLst>
              <a:gd name="adj" fmla="val 30000"/>
            </a:avLst>
          </a:prstGeom>
          <a:solidFill>
            <a:srgbClr val="2B5A94"/>
          </a:solidFill>
          <a:ln w="0">
            <a:noFill/>
          </a:ln>
        </p:spPr>
        <p:txBody>
          <a:bodyPr wrap="square" lIns="36000" tIns="18000" rIns="36000" bIns="18000" anchor="ctr"/>
          <a:lstStyle/>
          <a:p>
            <a:pPr algn="ctr"/>
            <a:r>
              <a:rPr lang="en-US" sz="1050" b="1" dirty="0">
                <a:solidFill>
                  <a:srgbClr val="FFFFFF"/>
                </a:solidFill>
              </a:rPr>
              <a:t>Patient Records</a:t>
            </a:r>
          </a:p>
        </p:txBody>
      </p:sp>
      <p:sp>
        <p:nvSpPr>
          <p:cNvPr id="701" name="D701"/>
          <p:cNvSpPr/>
          <p:nvPr/>
        </p:nvSpPr>
        <p:spPr>
          <a:xfrm>
            <a:off x="2032000" y="730613"/>
            <a:ext cx="1701800" cy="381000"/>
          </a:xfrm>
          <a:prstGeom prst="homePlate">
            <a:avLst>
              <a:gd name="adj" fmla="val 30000"/>
            </a:avLst>
          </a:prstGeom>
          <a:solidFill>
            <a:srgbClr val="388031"/>
          </a:solidFill>
          <a:ln w="0">
            <a:noFill/>
          </a:ln>
        </p:spPr>
        <p:txBody>
          <a:bodyPr wrap="square" lIns="36000" tIns="18000" rIns="36000" bIns="18000" anchor="ctr"/>
          <a:lstStyle/>
          <a:p>
            <a:pPr algn="ctr"/>
            <a:r>
              <a:rPr lang="en-US" sz="1050" b="1" dirty="0">
                <a:solidFill>
                  <a:srgbClr val="FFFFFF"/>
                </a:solidFill>
              </a:rPr>
              <a:t>Embedding +
Vector Store</a:t>
            </a:r>
          </a:p>
        </p:txBody>
      </p:sp>
      <p:sp>
        <p:nvSpPr>
          <p:cNvPr id="702" name="D702"/>
          <p:cNvSpPr/>
          <p:nvPr/>
        </p:nvSpPr>
        <p:spPr>
          <a:xfrm>
            <a:off x="3759200" y="730613"/>
            <a:ext cx="1701800" cy="381000"/>
          </a:xfrm>
          <a:prstGeom prst="homePlate">
            <a:avLst>
              <a:gd name="adj" fmla="val 30000"/>
            </a:avLst>
          </a:prstGeom>
          <a:solidFill>
            <a:srgbClr val="8B5E00"/>
          </a:solidFill>
          <a:ln w="0">
            <a:noFill/>
          </a:ln>
        </p:spPr>
        <p:txBody>
          <a:bodyPr wrap="square" lIns="36000" tIns="18000" rIns="36000" bIns="18000" anchor="ctr"/>
          <a:lstStyle/>
          <a:p>
            <a:pPr algn="ctr"/>
            <a:r>
              <a:rPr lang="en-US" sz="1050" b="1" dirty="0">
                <a:solidFill>
                  <a:srgbClr val="FFFFFF"/>
                </a:solidFill>
              </a:rPr>
              <a:t>Risk Scoring +
Anomaly Detection</a:t>
            </a:r>
          </a:p>
        </p:txBody>
      </p:sp>
      <p:sp>
        <p:nvSpPr>
          <p:cNvPr id="703" name="D703"/>
          <p:cNvSpPr/>
          <p:nvPr/>
        </p:nvSpPr>
        <p:spPr>
          <a:xfrm>
            <a:off x="5486400" y="730613"/>
            <a:ext cx="1701800" cy="381000"/>
          </a:xfrm>
          <a:prstGeom prst="homePlate">
            <a:avLst>
              <a:gd name="adj" fmla="val 30000"/>
            </a:avLst>
          </a:prstGeom>
          <a:solidFill>
            <a:srgbClr val="B5431E"/>
          </a:solidFill>
          <a:ln w="0">
            <a:noFill/>
          </a:ln>
        </p:spPr>
        <p:txBody>
          <a:bodyPr wrap="square" lIns="36000" tIns="18000" rIns="36000" bIns="18000" anchor="ctr"/>
          <a:lstStyle/>
          <a:p>
            <a:pPr algn="ctr"/>
            <a:r>
              <a:rPr lang="en-US" sz="1050" b="1" dirty="0">
                <a:solidFill>
                  <a:srgbClr val="FFFFFF"/>
                </a:solidFill>
              </a:rPr>
              <a:t>RAG + LLM
Inference</a:t>
            </a:r>
          </a:p>
        </p:txBody>
      </p:sp>
      <p:sp>
        <p:nvSpPr>
          <p:cNvPr id="704" name="D704"/>
          <p:cNvSpPr/>
          <p:nvPr/>
        </p:nvSpPr>
        <p:spPr>
          <a:xfrm>
            <a:off x="7213600" y="730613"/>
            <a:ext cx="1701800" cy="381000"/>
          </a:xfrm>
          <a:prstGeom prst="homePlate">
            <a:avLst>
              <a:gd name="adj" fmla="val 30000"/>
            </a:avLst>
          </a:prstGeom>
          <a:solidFill>
            <a:srgbClr val="B22A20"/>
          </a:solidFill>
          <a:ln w="0">
            <a:noFill/>
          </a:ln>
        </p:spPr>
        <p:txBody>
          <a:bodyPr wrap="square" lIns="36000" tIns="18000" rIns="36000" bIns="18000" anchor="ctr"/>
          <a:lstStyle/>
          <a:p>
            <a:pPr algn="ctr"/>
            <a:r>
              <a:rPr lang="en-US" sz="1050" b="1" dirty="0">
                <a:solidFill>
                  <a:srgbClr val="FFFFFF"/>
                </a:solidFill>
              </a:rPr>
              <a:t>Business
Action</a:t>
            </a:r>
          </a:p>
        </p:txBody>
      </p:sp>
      <p:sp>
        <p:nvSpPr>
          <p:cNvPr id="705" name="D705"/>
          <p:cNvSpPr/>
          <p:nvPr/>
        </p:nvSpPr>
        <p:spPr>
          <a:xfrm>
            <a:off x="297079" y="1309299"/>
            <a:ext cx="3556000" cy="177800"/>
          </a:xfrm>
          <a:prstGeom prst="rect">
            <a:avLst/>
          </a:prstGeom>
          <a:noFill/>
          <a:ln w="0">
            <a:noFill/>
          </a:ln>
        </p:spPr>
        <p:txBody>
          <a:bodyPr wrap="square" lIns="36000" tIns="18000" rIns="36000" bIns="18000" anchor="ctr"/>
          <a:lstStyle/>
          <a:p>
            <a:pPr algn="l"/>
            <a:r>
              <a:rPr lang="en-US" sz="1100" b="1" dirty="0">
                <a:solidFill>
                  <a:srgbClr val="2B5A94"/>
                </a:solidFill>
              </a:rPr>
              <a:t>STREAMLIT DASHBOARD  |  LIVE DEMO FEATURES</a:t>
            </a:r>
          </a:p>
        </p:txBody>
      </p:sp>
      <p:sp>
        <p:nvSpPr>
          <p:cNvPr id="706" name="D706"/>
          <p:cNvSpPr/>
          <p:nvPr/>
        </p:nvSpPr>
        <p:spPr>
          <a:xfrm>
            <a:off x="304800" y="1515857"/>
            <a:ext cx="2760133" cy="1191959"/>
          </a:xfrm>
          <a:prstGeom prst="roundRect">
            <a:avLst>
              <a:gd name="adj" fmla="val 8000"/>
            </a:avLst>
          </a:prstGeom>
          <a:solidFill>
            <a:srgbClr val="F0F0F0"/>
          </a:solidFill>
          <a:ln w="0">
            <a:noFill/>
          </a:ln>
        </p:spPr>
        <p:txBody>
          <a:bodyPr wrap="square" lIns="36000" tIns="18000" rIns="36000" bIns="18000" anchor="t"/>
          <a:lstStyle/>
          <a:p>
            <a:endParaRPr lang="en-US" sz="1200"/>
          </a:p>
        </p:txBody>
      </p:sp>
      <p:sp>
        <p:nvSpPr>
          <p:cNvPr id="707" name="D707"/>
          <p:cNvSpPr/>
          <p:nvPr/>
        </p:nvSpPr>
        <p:spPr>
          <a:xfrm>
            <a:off x="355600" y="1515857"/>
            <a:ext cx="2658533" cy="38100"/>
          </a:xfrm>
          <a:prstGeom prst="rect">
            <a:avLst/>
          </a:prstGeom>
          <a:solidFill>
            <a:srgbClr val="2B5A94"/>
          </a:solidFill>
          <a:ln w="0">
            <a:noFill/>
          </a:ln>
        </p:spPr>
        <p:txBody>
          <a:bodyPr wrap="square" lIns="36000" tIns="18000" rIns="36000" bIns="18000" anchor="t"/>
          <a:lstStyle/>
          <a:p>
            <a:endParaRPr lang="en-US" sz="1200"/>
          </a:p>
        </p:txBody>
      </p:sp>
      <p:sp>
        <p:nvSpPr>
          <p:cNvPr id="708" name="D708"/>
          <p:cNvSpPr/>
          <p:nvPr/>
        </p:nvSpPr>
        <p:spPr>
          <a:xfrm>
            <a:off x="406400" y="1604757"/>
            <a:ext cx="2556933" cy="203200"/>
          </a:xfrm>
          <a:prstGeom prst="rect">
            <a:avLst/>
          </a:prstGeom>
          <a:noFill/>
          <a:ln w="0">
            <a:noFill/>
          </a:ln>
        </p:spPr>
        <p:txBody>
          <a:bodyPr wrap="square" lIns="36000" tIns="18000" rIns="36000" bIns="18000" anchor="ctr"/>
          <a:lstStyle/>
          <a:p>
            <a:pPr algn="l"/>
            <a:r>
              <a:rPr lang="en-US" sz="1400" b="1" dirty="0">
                <a:solidFill>
                  <a:srgbClr val="2B5A94"/>
                </a:solidFill>
              </a:rPr>
              <a:t>KPI Overview</a:t>
            </a:r>
          </a:p>
        </p:txBody>
      </p:sp>
      <p:sp>
        <p:nvSpPr>
          <p:cNvPr id="709" name="D709"/>
          <p:cNvSpPr/>
          <p:nvPr/>
        </p:nvSpPr>
        <p:spPr>
          <a:xfrm>
            <a:off x="355600" y="1846057"/>
            <a:ext cx="2658533" cy="12700"/>
          </a:xfrm>
          <a:prstGeom prst="rect">
            <a:avLst/>
          </a:prstGeom>
          <a:solidFill>
            <a:srgbClr val="CCCCCC"/>
          </a:solidFill>
          <a:ln w="0">
            <a:noFill/>
          </a:ln>
        </p:spPr>
        <p:txBody>
          <a:bodyPr wrap="square" lIns="36000" tIns="18000" rIns="36000" bIns="18000" anchor="t"/>
          <a:lstStyle/>
          <a:p>
            <a:endParaRPr lang="en-US" sz="1200"/>
          </a:p>
        </p:txBody>
      </p:sp>
      <p:sp>
        <p:nvSpPr>
          <p:cNvPr id="710" name="D710"/>
          <p:cNvSpPr/>
          <p:nvPr/>
        </p:nvSpPr>
        <p:spPr>
          <a:xfrm>
            <a:off x="406400" y="1896857"/>
            <a:ext cx="2556933" cy="690049"/>
          </a:xfrm>
          <a:prstGeom prst="rect">
            <a:avLst/>
          </a:prstGeom>
          <a:noFill/>
          <a:ln w="0">
            <a:noFill/>
          </a:ln>
        </p:spPr>
        <p:txBody>
          <a:bodyPr wrap="square" lIns="36000" tIns="18000" rIns="36000" bIns="18000" anchor="t"/>
          <a:lstStyle/>
          <a:p>
            <a:pPr algn="l">
              <a:lnSpc>
                <a:spcPts val="1200"/>
              </a:lnSpc>
              <a:buFont typeface="Arial"/>
              <a:buChar char="•"/>
            </a:pPr>
            <a:r>
              <a:rPr lang="en-US" sz="1100" dirty="0">
                <a:solidFill>
                  <a:srgbClr val="444444"/>
                </a:solidFill>
              </a:rPr>
              <a:t>400 patients processed</a:t>
            </a:r>
          </a:p>
          <a:p>
            <a:pPr algn="l">
              <a:lnSpc>
                <a:spcPts val="1200"/>
              </a:lnSpc>
              <a:buFont typeface="Arial"/>
              <a:buChar char="•"/>
            </a:pPr>
            <a:r>
              <a:rPr lang="en-US" sz="1100" dirty="0">
                <a:solidFill>
                  <a:srgbClr val="444444"/>
                </a:solidFill>
              </a:rPr>
              <a:t>27 HIGH / 195 MED / 178 LOW</a:t>
            </a:r>
          </a:p>
          <a:p>
            <a:pPr algn="l">
              <a:lnSpc>
                <a:spcPts val="1200"/>
              </a:lnSpc>
              <a:buFont typeface="Arial"/>
              <a:buChar char="•"/>
            </a:pPr>
            <a:r>
              <a:rPr lang="en-US" sz="1100" dirty="0">
                <a:solidFill>
                  <a:srgbClr val="444444"/>
                </a:solidFill>
              </a:rPr>
              <a:t>11 anomalies detected</a:t>
            </a:r>
          </a:p>
          <a:p>
            <a:pPr algn="l">
              <a:lnSpc>
                <a:spcPts val="1200"/>
              </a:lnSpc>
              <a:buFont typeface="Arial"/>
              <a:buChar char="•"/>
            </a:pPr>
            <a:r>
              <a:rPr lang="en-US" sz="1100" dirty="0">
                <a:solidFill>
                  <a:srgbClr val="444444"/>
                </a:solidFill>
              </a:rPr>
              <a:t>31 silent risk profiles</a:t>
            </a:r>
          </a:p>
        </p:txBody>
      </p:sp>
      <p:sp>
        <p:nvSpPr>
          <p:cNvPr id="711" name="D711"/>
          <p:cNvSpPr/>
          <p:nvPr/>
        </p:nvSpPr>
        <p:spPr>
          <a:xfrm>
            <a:off x="3191933" y="1515857"/>
            <a:ext cx="2760133" cy="1191959"/>
          </a:xfrm>
          <a:prstGeom prst="roundRect">
            <a:avLst>
              <a:gd name="adj" fmla="val 8000"/>
            </a:avLst>
          </a:prstGeom>
          <a:solidFill>
            <a:srgbClr val="F0F0F0"/>
          </a:solidFill>
          <a:ln w="0">
            <a:noFill/>
          </a:ln>
        </p:spPr>
        <p:txBody>
          <a:bodyPr wrap="square" lIns="36000" tIns="18000" rIns="36000" bIns="18000" anchor="t"/>
          <a:lstStyle/>
          <a:p>
            <a:endParaRPr lang="en-US" sz="1200"/>
          </a:p>
        </p:txBody>
      </p:sp>
      <p:sp>
        <p:nvSpPr>
          <p:cNvPr id="712" name="D712"/>
          <p:cNvSpPr/>
          <p:nvPr/>
        </p:nvSpPr>
        <p:spPr>
          <a:xfrm>
            <a:off x="3242733" y="1515857"/>
            <a:ext cx="2658533" cy="38100"/>
          </a:xfrm>
          <a:prstGeom prst="rect">
            <a:avLst/>
          </a:prstGeom>
          <a:solidFill>
            <a:srgbClr val="388031"/>
          </a:solidFill>
          <a:ln w="0">
            <a:noFill/>
          </a:ln>
        </p:spPr>
        <p:txBody>
          <a:bodyPr wrap="square" lIns="36000" tIns="18000" rIns="36000" bIns="18000" anchor="t"/>
          <a:lstStyle/>
          <a:p>
            <a:endParaRPr lang="en-US" sz="1200"/>
          </a:p>
        </p:txBody>
      </p:sp>
      <p:sp>
        <p:nvSpPr>
          <p:cNvPr id="713" name="D713"/>
          <p:cNvSpPr/>
          <p:nvPr/>
        </p:nvSpPr>
        <p:spPr>
          <a:xfrm>
            <a:off x="3293533" y="1604757"/>
            <a:ext cx="2556933" cy="203200"/>
          </a:xfrm>
          <a:prstGeom prst="rect">
            <a:avLst/>
          </a:prstGeom>
          <a:noFill/>
          <a:ln w="0">
            <a:noFill/>
          </a:ln>
        </p:spPr>
        <p:txBody>
          <a:bodyPr wrap="square" lIns="36000" tIns="18000" rIns="36000" bIns="18000" anchor="ctr"/>
          <a:lstStyle/>
          <a:p>
            <a:pPr algn="l"/>
            <a:r>
              <a:rPr lang="en-US" sz="1400" b="1" dirty="0">
                <a:solidFill>
                  <a:srgbClr val="388031"/>
                </a:solidFill>
              </a:rPr>
              <a:t>Risk Distribution</a:t>
            </a:r>
          </a:p>
        </p:txBody>
      </p:sp>
      <p:sp>
        <p:nvSpPr>
          <p:cNvPr id="714" name="D714"/>
          <p:cNvSpPr/>
          <p:nvPr/>
        </p:nvSpPr>
        <p:spPr>
          <a:xfrm>
            <a:off x="3242733" y="1846057"/>
            <a:ext cx="2658533" cy="12700"/>
          </a:xfrm>
          <a:prstGeom prst="rect">
            <a:avLst/>
          </a:prstGeom>
          <a:solidFill>
            <a:srgbClr val="CCCCCC"/>
          </a:solidFill>
          <a:ln w="0">
            <a:noFill/>
          </a:ln>
        </p:spPr>
        <p:txBody>
          <a:bodyPr wrap="square" lIns="36000" tIns="18000" rIns="36000" bIns="18000" anchor="t"/>
          <a:lstStyle/>
          <a:p>
            <a:endParaRPr lang="en-US" sz="1200"/>
          </a:p>
        </p:txBody>
      </p:sp>
      <p:sp>
        <p:nvSpPr>
          <p:cNvPr id="715" name="D715"/>
          <p:cNvSpPr/>
          <p:nvPr/>
        </p:nvSpPr>
        <p:spPr>
          <a:xfrm>
            <a:off x="3293533" y="1896857"/>
            <a:ext cx="2556933" cy="690049"/>
          </a:xfrm>
          <a:prstGeom prst="rect">
            <a:avLst/>
          </a:prstGeom>
          <a:noFill/>
          <a:ln w="0">
            <a:noFill/>
          </a:ln>
        </p:spPr>
        <p:txBody>
          <a:bodyPr wrap="square" lIns="36000" tIns="18000" rIns="36000" bIns="18000" anchor="t"/>
          <a:lstStyle/>
          <a:p>
            <a:pPr algn="l">
              <a:lnSpc>
                <a:spcPts val="1200"/>
              </a:lnSpc>
              <a:buFont typeface="Arial"/>
              <a:buChar char="•"/>
            </a:pPr>
            <a:r>
              <a:rPr lang="en-US" sz="1100" dirty="0">
                <a:solidFill>
                  <a:srgbClr val="444444"/>
                </a:solidFill>
              </a:rPr>
              <a:t>Interactive bar + pie charts</a:t>
            </a:r>
          </a:p>
          <a:p>
            <a:pPr algn="l">
              <a:lnSpc>
                <a:spcPts val="1200"/>
              </a:lnSpc>
              <a:buFont typeface="Arial"/>
              <a:buChar char="•"/>
            </a:pPr>
            <a:r>
              <a:rPr lang="en-US" sz="1100" dirty="0">
                <a:solidFill>
                  <a:srgbClr val="444444"/>
                </a:solidFill>
              </a:rPr>
              <a:t>Risk level counts with labels</a:t>
            </a:r>
          </a:p>
          <a:p>
            <a:pPr algn="l">
              <a:lnSpc>
                <a:spcPts val="1200"/>
              </a:lnSpc>
              <a:buFont typeface="Arial"/>
              <a:buChar char="•"/>
            </a:pPr>
            <a:r>
              <a:rPr lang="en-US" sz="1100" dirty="0">
                <a:solidFill>
                  <a:srgbClr val="444444"/>
                </a:solidFill>
              </a:rPr>
              <a:t>Visual breakdown by category</a:t>
            </a:r>
          </a:p>
          <a:p>
            <a:pPr algn="l">
              <a:lnSpc>
                <a:spcPts val="1200"/>
              </a:lnSpc>
              <a:buFont typeface="Arial"/>
              <a:buChar char="•"/>
            </a:pPr>
            <a:r>
              <a:rPr lang="en-US" sz="1100" dirty="0">
                <a:solidFill>
                  <a:srgbClr val="444444"/>
                </a:solidFill>
              </a:rPr>
              <a:t>Color-coded severity bands</a:t>
            </a:r>
          </a:p>
        </p:txBody>
      </p:sp>
      <p:sp>
        <p:nvSpPr>
          <p:cNvPr id="716" name="D716"/>
          <p:cNvSpPr/>
          <p:nvPr/>
        </p:nvSpPr>
        <p:spPr>
          <a:xfrm>
            <a:off x="6079067" y="1515857"/>
            <a:ext cx="2760133" cy="1191959"/>
          </a:xfrm>
          <a:prstGeom prst="roundRect">
            <a:avLst>
              <a:gd name="adj" fmla="val 8000"/>
            </a:avLst>
          </a:prstGeom>
          <a:solidFill>
            <a:srgbClr val="F0F0F0"/>
          </a:solidFill>
          <a:ln w="0">
            <a:noFill/>
          </a:ln>
        </p:spPr>
        <p:txBody>
          <a:bodyPr wrap="square" lIns="36000" tIns="18000" rIns="36000" bIns="18000" anchor="t"/>
          <a:lstStyle/>
          <a:p>
            <a:endParaRPr lang="en-US" sz="1200"/>
          </a:p>
        </p:txBody>
      </p:sp>
      <p:sp>
        <p:nvSpPr>
          <p:cNvPr id="717" name="D717"/>
          <p:cNvSpPr/>
          <p:nvPr/>
        </p:nvSpPr>
        <p:spPr>
          <a:xfrm>
            <a:off x="6129867" y="1515857"/>
            <a:ext cx="2658533" cy="38100"/>
          </a:xfrm>
          <a:prstGeom prst="rect">
            <a:avLst/>
          </a:prstGeom>
          <a:solidFill>
            <a:srgbClr val="8B5E00"/>
          </a:solidFill>
          <a:ln w="0">
            <a:noFill/>
          </a:ln>
        </p:spPr>
        <p:txBody>
          <a:bodyPr wrap="square" lIns="36000" tIns="18000" rIns="36000" bIns="18000" anchor="t"/>
          <a:lstStyle/>
          <a:p>
            <a:endParaRPr lang="en-US" sz="1200"/>
          </a:p>
        </p:txBody>
      </p:sp>
      <p:sp>
        <p:nvSpPr>
          <p:cNvPr id="718" name="D718"/>
          <p:cNvSpPr/>
          <p:nvPr/>
        </p:nvSpPr>
        <p:spPr>
          <a:xfrm>
            <a:off x="6180667" y="1604757"/>
            <a:ext cx="2556933" cy="203200"/>
          </a:xfrm>
          <a:prstGeom prst="rect">
            <a:avLst/>
          </a:prstGeom>
          <a:noFill/>
          <a:ln w="0">
            <a:noFill/>
          </a:ln>
        </p:spPr>
        <p:txBody>
          <a:bodyPr wrap="square" lIns="36000" tIns="18000" rIns="36000" bIns="18000" anchor="ctr"/>
          <a:lstStyle/>
          <a:p>
            <a:pPr algn="l"/>
            <a:r>
              <a:rPr lang="en-US" sz="1400" b="1" dirty="0">
                <a:solidFill>
                  <a:srgbClr val="8B5E00"/>
                </a:solidFill>
              </a:rPr>
              <a:t>Patient Risk Table</a:t>
            </a:r>
          </a:p>
        </p:txBody>
      </p:sp>
      <p:sp>
        <p:nvSpPr>
          <p:cNvPr id="719" name="D719"/>
          <p:cNvSpPr/>
          <p:nvPr/>
        </p:nvSpPr>
        <p:spPr>
          <a:xfrm>
            <a:off x="6129867" y="1846057"/>
            <a:ext cx="2658533" cy="12700"/>
          </a:xfrm>
          <a:prstGeom prst="rect">
            <a:avLst/>
          </a:prstGeom>
          <a:solidFill>
            <a:srgbClr val="CCCCCC"/>
          </a:solidFill>
          <a:ln w="0">
            <a:noFill/>
          </a:ln>
        </p:spPr>
        <p:txBody>
          <a:bodyPr wrap="square" lIns="36000" tIns="18000" rIns="36000" bIns="18000" anchor="t"/>
          <a:lstStyle/>
          <a:p>
            <a:endParaRPr lang="en-US" sz="1200"/>
          </a:p>
        </p:txBody>
      </p:sp>
      <p:sp>
        <p:nvSpPr>
          <p:cNvPr id="720" name="D720"/>
          <p:cNvSpPr/>
          <p:nvPr/>
        </p:nvSpPr>
        <p:spPr>
          <a:xfrm>
            <a:off x="6180667" y="1896857"/>
            <a:ext cx="2556933" cy="723792"/>
          </a:xfrm>
          <a:prstGeom prst="rect">
            <a:avLst/>
          </a:prstGeom>
          <a:noFill/>
          <a:ln w="0">
            <a:noFill/>
          </a:ln>
        </p:spPr>
        <p:txBody>
          <a:bodyPr wrap="square" lIns="36000" tIns="18000" rIns="36000" bIns="18000" anchor="t"/>
          <a:lstStyle/>
          <a:p>
            <a:pPr algn="l">
              <a:lnSpc>
                <a:spcPts val="1200"/>
              </a:lnSpc>
              <a:buFont typeface="Arial"/>
              <a:buChar char="•"/>
            </a:pPr>
            <a:r>
              <a:rPr lang="en-US" sz="1100" dirty="0">
                <a:solidFill>
                  <a:srgbClr val="444444"/>
                </a:solidFill>
              </a:rPr>
              <a:t>Filterable by risk level, sex, age</a:t>
            </a:r>
          </a:p>
          <a:p>
            <a:pPr algn="l">
              <a:lnSpc>
                <a:spcPts val="1200"/>
              </a:lnSpc>
              <a:buFont typeface="Arial"/>
              <a:buChar char="•"/>
            </a:pPr>
            <a:r>
              <a:rPr lang="en-US" sz="1100" dirty="0">
                <a:solidFill>
                  <a:srgbClr val="444444"/>
                </a:solidFill>
              </a:rPr>
              <a:t>Anomaly + silent risk flags</a:t>
            </a:r>
          </a:p>
          <a:p>
            <a:pPr algn="l">
              <a:lnSpc>
                <a:spcPts val="1200"/>
              </a:lnSpc>
              <a:buFont typeface="Arial"/>
              <a:buChar char="•"/>
            </a:pPr>
            <a:r>
              <a:rPr lang="en-US" sz="1100" dirty="0">
                <a:solidFill>
                  <a:srgbClr val="444444"/>
                </a:solidFill>
              </a:rPr>
              <a:t>Sortable columns</a:t>
            </a:r>
          </a:p>
          <a:p>
            <a:pPr algn="l">
              <a:lnSpc>
                <a:spcPts val="1200"/>
              </a:lnSpc>
              <a:buFont typeface="Arial"/>
              <a:buChar char="•"/>
            </a:pPr>
            <a:r>
              <a:rPr lang="en-US" sz="1100" dirty="0">
                <a:solidFill>
                  <a:srgbClr val="444444"/>
                </a:solidFill>
              </a:rPr>
              <a:t>Export-ready dataset view</a:t>
            </a:r>
          </a:p>
        </p:txBody>
      </p:sp>
      <p:sp>
        <p:nvSpPr>
          <p:cNvPr id="721" name="D721"/>
          <p:cNvSpPr/>
          <p:nvPr/>
        </p:nvSpPr>
        <p:spPr>
          <a:xfrm>
            <a:off x="304800" y="2863706"/>
            <a:ext cx="2760133" cy="1191959"/>
          </a:xfrm>
          <a:prstGeom prst="roundRect">
            <a:avLst>
              <a:gd name="adj" fmla="val 8000"/>
            </a:avLst>
          </a:prstGeom>
          <a:solidFill>
            <a:srgbClr val="F0F0F0"/>
          </a:solidFill>
          <a:ln w="0">
            <a:noFill/>
          </a:ln>
        </p:spPr>
        <p:txBody>
          <a:bodyPr wrap="square" lIns="36000" tIns="18000" rIns="36000" bIns="18000" anchor="t"/>
          <a:lstStyle/>
          <a:p>
            <a:endParaRPr lang="en-US" sz="1200"/>
          </a:p>
        </p:txBody>
      </p:sp>
      <p:sp>
        <p:nvSpPr>
          <p:cNvPr id="722" name="D722"/>
          <p:cNvSpPr/>
          <p:nvPr/>
        </p:nvSpPr>
        <p:spPr>
          <a:xfrm>
            <a:off x="355600" y="2871580"/>
            <a:ext cx="2658533" cy="38100"/>
          </a:xfrm>
          <a:prstGeom prst="rect">
            <a:avLst/>
          </a:prstGeom>
          <a:solidFill>
            <a:srgbClr val="B5431E"/>
          </a:solidFill>
          <a:ln w="0">
            <a:noFill/>
          </a:ln>
        </p:spPr>
        <p:txBody>
          <a:bodyPr wrap="square" lIns="36000" tIns="18000" rIns="36000" bIns="18000" anchor="t"/>
          <a:lstStyle/>
          <a:p>
            <a:endParaRPr lang="en-US" sz="1200"/>
          </a:p>
        </p:txBody>
      </p:sp>
      <p:sp>
        <p:nvSpPr>
          <p:cNvPr id="723" name="D723"/>
          <p:cNvSpPr/>
          <p:nvPr/>
        </p:nvSpPr>
        <p:spPr>
          <a:xfrm>
            <a:off x="406400" y="2952606"/>
            <a:ext cx="2556933" cy="203200"/>
          </a:xfrm>
          <a:prstGeom prst="rect">
            <a:avLst/>
          </a:prstGeom>
          <a:noFill/>
          <a:ln w="0">
            <a:noFill/>
          </a:ln>
        </p:spPr>
        <p:txBody>
          <a:bodyPr wrap="square" lIns="36000" tIns="18000" rIns="36000" bIns="18000" anchor="ctr"/>
          <a:lstStyle/>
          <a:p>
            <a:pPr algn="l"/>
            <a:r>
              <a:rPr lang="en-US" sz="1400" b="1" dirty="0">
                <a:solidFill>
                  <a:srgbClr val="B5431E"/>
                </a:solidFill>
              </a:rPr>
              <a:t>LLM Summary Panel</a:t>
            </a:r>
          </a:p>
        </p:txBody>
      </p:sp>
      <p:sp>
        <p:nvSpPr>
          <p:cNvPr id="724" name="D724"/>
          <p:cNvSpPr/>
          <p:nvPr/>
        </p:nvSpPr>
        <p:spPr>
          <a:xfrm>
            <a:off x="355600" y="3193906"/>
            <a:ext cx="2658533" cy="12700"/>
          </a:xfrm>
          <a:prstGeom prst="rect">
            <a:avLst/>
          </a:prstGeom>
          <a:solidFill>
            <a:srgbClr val="CCCCCC"/>
          </a:solidFill>
          <a:ln w="0">
            <a:noFill/>
          </a:ln>
        </p:spPr>
        <p:txBody>
          <a:bodyPr wrap="square" lIns="36000" tIns="18000" rIns="36000" bIns="18000" anchor="t"/>
          <a:lstStyle/>
          <a:p>
            <a:endParaRPr lang="en-US" sz="1200"/>
          </a:p>
        </p:txBody>
      </p:sp>
      <p:sp>
        <p:nvSpPr>
          <p:cNvPr id="725" name="D725"/>
          <p:cNvSpPr/>
          <p:nvPr/>
        </p:nvSpPr>
        <p:spPr>
          <a:xfrm>
            <a:off x="406400" y="3244706"/>
            <a:ext cx="2556933" cy="740507"/>
          </a:xfrm>
          <a:prstGeom prst="rect">
            <a:avLst/>
          </a:prstGeom>
          <a:noFill/>
          <a:ln w="0">
            <a:noFill/>
          </a:ln>
        </p:spPr>
        <p:txBody>
          <a:bodyPr wrap="square" lIns="36000" tIns="18000" rIns="36000" bIns="18000" anchor="t"/>
          <a:lstStyle/>
          <a:p>
            <a:pPr algn="l">
              <a:lnSpc>
                <a:spcPts val="1200"/>
              </a:lnSpc>
              <a:buFont typeface="Arial"/>
              <a:buChar char="•"/>
            </a:pPr>
            <a:r>
              <a:rPr lang="en-US" sz="1100" dirty="0">
                <a:solidFill>
                  <a:srgbClr val="444444"/>
                </a:solidFill>
              </a:rPr>
              <a:t>Select patient ID to view summary</a:t>
            </a:r>
          </a:p>
          <a:p>
            <a:pPr algn="l">
              <a:lnSpc>
                <a:spcPts val="1200"/>
              </a:lnSpc>
              <a:buFont typeface="Arial"/>
              <a:buChar char="•"/>
            </a:pPr>
            <a:r>
              <a:rPr lang="en-US" sz="1100" dirty="0">
                <a:solidFill>
                  <a:srgbClr val="444444"/>
                </a:solidFill>
              </a:rPr>
              <a:t>Plain-language risk narrative</a:t>
            </a:r>
          </a:p>
          <a:p>
            <a:pPr algn="l">
              <a:lnSpc>
                <a:spcPts val="1200"/>
              </a:lnSpc>
              <a:buFont typeface="Arial"/>
              <a:buChar char="•"/>
            </a:pPr>
            <a:r>
              <a:rPr lang="en-US" sz="1100" dirty="0">
                <a:solidFill>
                  <a:srgbClr val="444444"/>
                </a:solidFill>
              </a:rPr>
              <a:t>RAG-grounded with 3 similar cases</a:t>
            </a:r>
          </a:p>
          <a:p>
            <a:pPr algn="l">
              <a:lnSpc>
                <a:spcPts val="1200"/>
              </a:lnSpc>
              <a:buFont typeface="Arial"/>
              <a:buChar char="•"/>
            </a:pPr>
            <a:r>
              <a:rPr lang="en-US" sz="1100" dirty="0">
                <a:solidFill>
                  <a:srgbClr val="444444"/>
                </a:solidFill>
              </a:rPr>
              <a:t>E.g. H10012: anomaly + silent risk</a:t>
            </a:r>
          </a:p>
        </p:txBody>
      </p:sp>
      <p:sp>
        <p:nvSpPr>
          <p:cNvPr id="726" name="D726"/>
          <p:cNvSpPr/>
          <p:nvPr/>
        </p:nvSpPr>
        <p:spPr>
          <a:xfrm>
            <a:off x="3191933" y="2863706"/>
            <a:ext cx="2760133" cy="1191959"/>
          </a:xfrm>
          <a:prstGeom prst="roundRect">
            <a:avLst>
              <a:gd name="adj" fmla="val 8000"/>
            </a:avLst>
          </a:prstGeom>
          <a:solidFill>
            <a:srgbClr val="F0F0F0"/>
          </a:solidFill>
          <a:ln w="0">
            <a:noFill/>
          </a:ln>
        </p:spPr>
        <p:txBody>
          <a:bodyPr wrap="square" lIns="36000" tIns="18000" rIns="36000" bIns="18000" anchor="t"/>
          <a:lstStyle/>
          <a:p>
            <a:endParaRPr lang="en-US" sz="1200"/>
          </a:p>
        </p:txBody>
      </p:sp>
      <p:sp>
        <p:nvSpPr>
          <p:cNvPr id="727" name="D727"/>
          <p:cNvSpPr/>
          <p:nvPr/>
        </p:nvSpPr>
        <p:spPr>
          <a:xfrm>
            <a:off x="3242733" y="2876406"/>
            <a:ext cx="2658533" cy="38100"/>
          </a:xfrm>
          <a:prstGeom prst="rect">
            <a:avLst/>
          </a:prstGeom>
          <a:solidFill>
            <a:srgbClr val="B22A20"/>
          </a:solidFill>
          <a:ln w="0">
            <a:noFill/>
          </a:ln>
        </p:spPr>
        <p:txBody>
          <a:bodyPr wrap="square" lIns="36000" tIns="18000" rIns="36000" bIns="18000" anchor="t"/>
          <a:lstStyle/>
          <a:p>
            <a:endParaRPr lang="en-US" sz="1200"/>
          </a:p>
        </p:txBody>
      </p:sp>
      <p:sp>
        <p:nvSpPr>
          <p:cNvPr id="728" name="D728"/>
          <p:cNvSpPr/>
          <p:nvPr/>
        </p:nvSpPr>
        <p:spPr>
          <a:xfrm>
            <a:off x="3293533" y="2952606"/>
            <a:ext cx="2556933" cy="203200"/>
          </a:xfrm>
          <a:prstGeom prst="rect">
            <a:avLst/>
          </a:prstGeom>
          <a:noFill/>
          <a:ln w="0">
            <a:noFill/>
          </a:ln>
        </p:spPr>
        <p:txBody>
          <a:bodyPr wrap="square" lIns="36000" tIns="18000" rIns="36000" bIns="18000" anchor="ctr"/>
          <a:lstStyle/>
          <a:p>
            <a:pPr algn="l"/>
            <a:r>
              <a:rPr lang="en-US" sz="1400" b="1" dirty="0">
                <a:solidFill>
                  <a:srgbClr val="B22A20"/>
                </a:solidFill>
              </a:rPr>
              <a:t>Anomaly Report</a:t>
            </a:r>
          </a:p>
        </p:txBody>
      </p:sp>
      <p:sp>
        <p:nvSpPr>
          <p:cNvPr id="729" name="D729"/>
          <p:cNvSpPr/>
          <p:nvPr/>
        </p:nvSpPr>
        <p:spPr>
          <a:xfrm>
            <a:off x="3242733" y="3193906"/>
            <a:ext cx="2658533" cy="12700"/>
          </a:xfrm>
          <a:prstGeom prst="rect">
            <a:avLst/>
          </a:prstGeom>
          <a:solidFill>
            <a:srgbClr val="CCCCCC"/>
          </a:solidFill>
          <a:ln w="0">
            <a:noFill/>
          </a:ln>
        </p:spPr>
        <p:txBody>
          <a:bodyPr wrap="square" lIns="36000" tIns="18000" rIns="36000" bIns="18000" anchor="t"/>
          <a:lstStyle/>
          <a:p>
            <a:endParaRPr lang="en-US" sz="1200"/>
          </a:p>
        </p:txBody>
      </p:sp>
      <p:sp>
        <p:nvSpPr>
          <p:cNvPr id="730" name="D730"/>
          <p:cNvSpPr/>
          <p:nvPr/>
        </p:nvSpPr>
        <p:spPr>
          <a:xfrm>
            <a:off x="3293533" y="3244706"/>
            <a:ext cx="2556933" cy="664307"/>
          </a:xfrm>
          <a:prstGeom prst="rect">
            <a:avLst/>
          </a:prstGeom>
          <a:noFill/>
          <a:ln w="0">
            <a:noFill/>
          </a:ln>
        </p:spPr>
        <p:txBody>
          <a:bodyPr wrap="square" lIns="36000" tIns="18000" rIns="36000" bIns="18000" anchor="t"/>
          <a:lstStyle/>
          <a:p>
            <a:pPr algn="l">
              <a:lnSpc>
                <a:spcPts val="1200"/>
              </a:lnSpc>
              <a:buFont typeface="Arial"/>
              <a:buChar char="•"/>
            </a:pPr>
            <a:r>
              <a:rPr lang="en-US" sz="1100" dirty="0">
                <a:solidFill>
                  <a:srgbClr val="444444"/>
                </a:solidFill>
              </a:rPr>
              <a:t>All 11 flagged patients listed</a:t>
            </a:r>
          </a:p>
          <a:p>
            <a:pPr algn="l">
              <a:lnSpc>
                <a:spcPts val="1200"/>
              </a:lnSpc>
              <a:buFont typeface="Arial"/>
              <a:buChar char="•"/>
            </a:pPr>
            <a:r>
              <a:rPr lang="en-US" sz="1100" dirty="0">
                <a:solidFill>
                  <a:srgbClr val="444444"/>
                </a:solidFill>
              </a:rPr>
              <a:t>2 LOW-risk caught on extreme BMI</a:t>
            </a:r>
          </a:p>
          <a:p>
            <a:pPr algn="l">
              <a:lnSpc>
                <a:spcPts val="1200"/>
              </a:lnSpc>
              <a:buFont typeface="Arial"/>
              <a:buChar char="•"/>
            </a:pPr>
            <a:r>
              <a:rPr lang="en-US" sz="1100" dirty="0">
                <a:solidFill>
                  <a:srgbClr val="444444"/>
                </a:solidFill>
              </a:rPr>
              <a:t>Z-score details per patient</a:t>
            </a:r>
          </a:p>
          <a:p>
            <a:pPr algn="l">
              <a:lnSpc>
                <a:spcPts val="1200"/>
              </a:lnSpc>
              <a:buFont typeface="Arial"/>
              <a:buChar char="•"/>
            </a:pPr>
            <a:r>
              <a:rPr lang="en-US" sz="1100" dirty="0">
                <a:solidFill>
                  <a:srgbClr val="444444"/>
                </a:solidFill>
              </a:rPr>
              <a:t>Independent of risk scoring</a:t>
            </a:r>
          </a:p>
        </p:txBody>
      </p:sp>
      <p:sp>
        <p:nvSpPr>
          <p:cNvPr id="731" name="D731"/>
          <p:cNvSpPr/>
          <p:nvPr/>
        </p:nvSpPr>
        <p:spPr>
          <a:xfrm>
            <a:off x="6079067" y="2863706"/>
            <a:ext cx="2760133" cy="1191959"/>
          </a:xfrm>
          <a:prstGeom prst="roundRect">
            <a:avLst>
              <a:gd name="adj" fmla="val 8000"/>
            </a:avLst>
          </a:prstGeom>
          <a:solidFill>
            <a:srgbClr val="F0F0F0"/>
          </a:solidFill>
          <a:ln w="0">
            <a:noFill/>
          </a:ln>
        </p:spPr>
        <p:txBody>
          <a:bodyPr wrap="square" lIns="36000" tIns="18000" rIns="36000" bIns="18000" anchor="t"/>
          <a:lstStyle/>
          <a:p>
            <a:endParaRPr lang="en-US" sz="1200"/>
          </a:p>
        </p:txBody>
      </p:sp>
      <p:sp>
        <p:nvSpPr>
          <p:cNvPr id="732" name="D732"/>
          <p:cNvSpPr/>
          <p:nvPr/>
        </p:nvSpPr>
        <p:spPr>
          <a:xfrm>
            <a:off x="6129866" y="2895456"/>
            <a:ext cx="2658533" cy="38100"/>
          </a:xfrm>
          <a:prstGeom prst="rect">
            <a:avLst/>
          </a:prstGeom>
          <a:solidFill>
            <a:srgbClr val="555555"/>
          </a:solidFill>
          <a:ln w="0">
            <a:noFill/>
          </a:ln>
        </p:spPr>
        <p:txBody>
          <a:bodyPr wrap="square" lIns="36000" tIns="18000" rIns="36000" bIns="18000" anchor="t"/>
          <a:lstStyle/>
          <a:p>
            <a:endParaRPr lang="en-US" sz="1200"/>
          </a:p>
        </p:txBody>
      </p:sp>
      <p:sp>
        <p:nvSpPr>
          <p:cNvPr id="733" name="D733"/>
          <p:cNvSpPr/>
          <p:nvPr/>
        </p:nvSpPr>
        <p:spPr>
          <a:xfrm>
            <a:off x="6180667" y="2952606"/>
            <a:ext cx="2556933" cy="203200"/>
          </a:xfrm>
          <a:prstGeom prst="rect">
            <a:avLst/>
          </a:prstGeom>
          <a:noFill/>
          <a:ln w="0">
            <a:noFill/>
          </a:ln>
        </p:spPr>
        <p:txBody>
          <a:bodyPr wrap="square" lIns="36000" tIns="18000" rIns="36000" bIns="18000" anchor="ctr"/>
          <a:lstStyle/>
          <a:p>
            <a:pPr algn="l"/>
            <a:r>
              <a:rPr lang="en-US" sz="1400" b="1" dirty="0">
                <a:solidFill>
                  <a:srgbClr val="555555"/>
                </a:solidFill>
              </a:rPr>
              <a:t>LLMOps Pipeline</a:t>
            </a:r>
          </a:p>
        </p:txBody>
      </p:sp>
      <p:sp>
        <p:nvSpPr>
          <p:cNvPr id="734" name="D734"/>
          <p:cNvSpPr/>
          <p:nvPr/>
        </p:nvSpPr>
        <p:spPr>
          <a:xfrm>
            <a:off x="6129867" y="3193906"/>
            <a:ext cx="2658533" cy="12700"/>
          </a:xfrm>
          <a:prstGeom prst="rect">
            <a:avLst/>
          </a:prstGeom>
          <a:solidFill>
            <a:srgbClr val="CCCCCC"/>
          </a:solidFill>
          <a:ln w="0">
            <a:noFill/>
          </a:ln>
        </p:spPr>
        <p:txBody>
          <a:bodyPr wrap="square" lIns="36000" tIns="18000" rIns="36000" bIns="18000" anchor="t"/>
          <a:lstStyle/>
          <a:p>
            <a:endParaRPr lang="en-US" sz="1200"/>
          </a:p>
        </p:txBody>
      </p:sp>
      <p:sp>
        <p:nvSpPr>
          <p:cNvPr id="735" name="D735"/>
          <p:cNvSpPr/>
          <p:nvPr/>
        </p:nvSpPr>
        <p:spPr>
          <a:xfrm>
            <a:off x="6180667" y="3244706"/>
            <a:ext cx="2556933" cy="740507"/>
          </a:xfrm>
          <a:prstGeom prst="rect">
            <a:avLst/>
          </a:prstGeom>
          <a:noFill/>
          <a:ln w="0">
            <a:noFill/>
          </a:ln>
        </p:spPr>
        <p:txBody>
          <a:bodyPr wrap="square" lIns="36000" tIns="18000" rIns="36000" bIns="18000" anchor="t"/>
          <a:lstStyle/>
          <a:p>
            <a:pPr algn="l">
              <a:lnSpc>
                <a:spcPts val="1200"/>
              </a:lnSpc>
              <a:buFont typeface="Arial"/>
              <a:buChar char="•"/>
            </a:pPr>
            <a:r>
              <a:rPr lang="en-US" sz="1100" dirty="0">
                <a:solidFill>
                  <a:srgbClr val="444444"/>
                </a:solidFill>
              </a:rPr>
              <a:t>Real latency: avg 2.88s</a:t>
            </a:r>
          </a:p>
          <a:p>
            <a:pPr algn="l">
              <a:lnSpc>
                <a:spcPts val="1200"/>
              </a:lnSpc>
              <a:buFont typeface="Arial"/>
              <a:buChar char="•"/>
            </a:pPr>
            <a:r>
              <a:rPr lang="en-US" sz="1100" dirty="0">
                <a:solidFill>
                  <a:srgbClr val="444444"/>
                </a:solidFill>
              </a:rPr>
              <a:t>Real tokens: avg 91 per call</a:t>
            </a:r>
          </a:p>
          <a:p>
            <a:pPr algn="l">
              <a:lnSpc>
                <a:spcPts val="1200"/>
              </a:lnSpc>
              <a:buFont typeface="Arial"/>
              <a:buChar char="•"/>
            </a:pPr>
            <a:r>
              <a:rPr lang="en-US" sz="1100" dirty="0">
                <a:solidFill>
                  <a:srgbClr val="444444"/>
                </a:solidFill>
              </a:rPr>
              <a:t>Drift chart with 0.25 threshold</a:t>
            </a:r>
          </a:p>
          <a:p>
            <a:pPr algn="l">
              <a:lnSpc>
                <a:spcPts val="1200"/>
              </a:lnSpc>
              <a:buFont typeface="Arial"/>
              <a:buChar char="•"/>
            </a:pPr>
            <a:r>
              <a:rPr lang="en-US" sz="1100" dirty="0">
                <a:solidFill>
                  <a:srgbClr val="444444"/>
                </a:solidFill>
              </a:rPr>
              <a:t>Current drift: 0.12 (STABLE)</a:t>
            </a:r>
          </a:p>
        </p:txBody>
      </p:sp>
      <p:sp>
        <p:nvSpPr>
          <p:cNvPr id="736" name="D736"/>
          <p:cNvSpPr/>
          <p:nvPr/>
        </p:nvSpPr>
        <p:spPr>
          <a:xfrm>
            <a:off x="332736" y="4153009"/>
            <a:ext cx="8506464" cy="259878"/>
          </a:xfrm>
          <a:prstGeom prst="roundRect">
            <a:avLst>
              <a:gd name="adj" fmla="val 8000"/>
            </a:avLst>
          </a:prstGeom>
          <a:solidFill>
            <a:srgbClr val="EEF2F7"/>
          </a:solidFill>
          <a:ln w="0">
            <a:noFill/>
          </a:ln>
        </p:spPr>
        <p:txBody>
          <a:bodyPr wrap="square" lIns="36000" tIns="18000" rIns="36000" bIns="18000" anchor="ctr"/>
          <a:lstStyle/>
          <a:p>
            <a:pPr algn="ctr"/>
            <a:r>
              <a:rPr lang="en-US" sz="1000" dirty="0">
                <a:solidFill>
                  <a:srgbClr val="666666"/>
                </a:solidFill>
              </a:rPr>
              <a:t>Platform: VS Code + Jupyter  |  Groq Cloud API  |  Local FAISS  |  Streamlit Dashboard</a:t>
            </a:r>
          </a:p>
        </p:txBody>
      </p:sp>
    </p:spTree>
    <p:extLst>
      <p:ext uri="{BB962C8B-B14F-4D97-AF65-F5344CB8AC3E}">
        <p14:creationId xmlns:p14="http://schemas.microsoft.com/office/powerpoint/2010/main" val="15287798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52F5C52-1023-A478-2E90-420F7745B97E}"/>
              </a:ext>
            </a:extLst>
          </p:cNvPr>
          <p:cNvSpPr>
            <a:spLocks noGrp="1"/>
          </p:cNvSpPr>
          <p:nvPr>
            <p:ph type="title"/>
          </p:nvPr>
        </p:nvSpPr>
        <p:spPr/>
        <p:txBody>
          <a:bodyPr/>
          <a:lstStyle/>
          <a:p>
            <a:r>
              <a:t>Responsible AI &amp; LLMOps Practices</a:t>
            </a:r>
          </a:p>
        </p:txBody>
      </p:sp>
      <p:sp>
        <p:nvSpPr>
          <p:cNvPr id="3" name="Footer Placeholder 2">
            <a:extLst>
              <a:ext uri="{FF2B5EF4-FFF2-40B4-BE49-F238E27FC236}">
                <a16:creationId xmlns:a16="http://schemas.microsoft.com/office/drawing/2014/main" id="{31492F43-3585-18A4-D7D5-30741DC60739}"/>
              </a:ext>
            </a:extLst>
          </p:cNvPr>
          <p:cNvSpPr>
            <a:spLocks noGrp="1"/>
          </p:cNvSpPr>
          <p:nvPr>
            <p:ph type="ftr" sz="quarter" idx="11"/>
          </p:nvPr>
        </p:nvSpPr>
        <p:spPr/>
        <p:txBody>
          <a:bodyPr/>
          <a:lstStyle/>
          <a:p>
            <a:r>
              <a:rPr lang="en-IN" sz="800" dirty="0"/>
              <a:t>TCS confidential</a:t>
            </a:r>
          </a:p>
        </p:txBody>
      </p:sp>
      <p:sp>
        <p:nvSpPr>
          <p:cNvPr id="4" name="Slide Number Placeholder 3">
            <a:extLst>
              <a:ext uri="{FF2B5EF4-FFF2-40B4-BE49-F238E27FC236}">
                <a16:creationId xmlns:a16="http://schemas.microsoft.com/office/drawing/2014/main" id="{073CEF41-41E0-34EE-748F-8E5BFF3C57C2}"/>
              </a:ext>
            </a:extLst>
          </p:cNvPr>
          <p:cNvSpPr>
            <a:spLocks noGrp="1"/>
          </p:cNvSpPr>
          <p:nvPr>
            <p:ph type="sldNum" sz="quarter" idx="12"/>
          </p:nvPr>
        </p:nvSpPr>
        <p:spPr/>
        <p:txBody>
          <a:bodyPr/>
          <a:lstStyle/>
          <a:p>
            <a:fld id="{662A0901-ACEF-4BE9-9C8C-C119B421173E}" type="slidenum">
              <a:rPr lang="en-IN" sz="800" smtClean="0"/>
              <a:t>10</a:t>
            </a:fld>
            <a:endParaRPr lang="en-IN" sz="800" dirty="0"/>
          </a:p>
        </p:txBody>
      </p:sp>
      <p:sp>
        <p:nvSpPr>
          <p:cNvPr id="800" name="A800"/>
          <p:cNvSpPr/>
          <p:nvPr/>
        </p:nvSpPr>
        <p:spPr>
          <a:xfrm>
            <a:off x="304800" y="537309"/>
            <a:ext cx="3175000" cy="177800"/>
          </a:xfrm>
          <a:prstGeom prst="rect">
            <a:avLst/>
          </a:prstGeom>
          <a:noFill/>
          <a:ln w="0">
            <a:noFill/>
          </a:ln>
        </p:spPr>
        <p:txBody>
          <a:bodyPr wrap="square" lIns="54000" tIns="36000" rIns="54000" bIns="36000" anchor="ctr"/>
          <a:lstStyle/>
          <a:p>
            <a:pPr algn="l"/>
            <a:r>
              <a:rPr lang="en-US" sz="1050" b="1" dirty="0">
                <a:solidFill>
                  <a:srgbClr val="2B5A94"/>
                </a:solidFill>
              </a:rPr>
              <a:t>NIST AI RMF ALIGNMENT</a:t>
            </a:r>
          </a:p>
        </p:txBody>
      </p:sp>
      <p:sp>
        <p:nvSpPr>
          <p:cNvPr id="801" name="A801"/>
          <p:cNvSpPr/>
          <p:nvPr/>
        </p:nvSpPr>
        <p:spPr>
          <a:xfrm>
            <a:off x="304800" y="765909"/>
            <a:ext cx="2057400" cy="1206500"/>
          </a:xfrm>
          <a:prstGeom prst="roundRect">
            <a:avLst>
              <a:gd name="adj" fmla="val 8000"/>
            </a:avLst>
          </a:prstGeom>
          <a:solidFill>
            <a:srgbClr val="F0F0F0"/>
          </a:solidFill>
          <a:ln w="0">
            <a:noFill/>
          </a:ln>
        </p:spPr>
        <p:txBody>
          <a:bodyPr wrap="square" lIns="54000" tIns="36000" rIns="54000" bIns="36000" anchor="t"/>
          <a:lstStyle/>
          <a:p>
            <a:endParaRPr lang="en-US" sz="1050"/>
          </a:p>
        </p:txBody>
      </p:sp>
      <p:sp>
        <p:nvSpPr>
          <p:cNvPr id="802" name="A802"/>
          <p:cNvSpPr/>
          <p:nvPr/>
        </p:nvSpPr>
        <p:spPr>
          <a:xfrm>
            <a:off x="355600" y="765909"/>
            <a:ext cx="1955800" cy="38100"/>
          </a:xfrm>
          <a:prstGeom prst="rect">
            <a:avLst/>
          </a:prstGeom>
          <a:solidFill>
            <a:srgbClr val="2B5A94"/>
          </a:solidFill>
          <a:ln w="0">
            <a:noFill/>
          </a:ln>
        </p:spPr>
        <p:txBody>
          <a:bodyPr wrap="square" lIns="54000" tIns="36000" rIns="54000" bIns="36000" anchor="t"/>
          <a:lstStyle/>
          <a:p>
            <a:endParaRPr lang="en-US" sz="1050"/>
          </a:p>
        </p:txBody>
      </p:sp>
      <p:sp>
        <p:nvSpPr>
          <p:cNvPr id="803" name="A803"/>
          <p:cNvSpPr/>
          <p:nvPr/>
        </p:nvSpPr>
        <p:spPr>
          <a:xfrm>
            <a:off x="406400" y="867509"/>
            <a:ext cx="279400" cy="279400"/>
          </a:xfrm>
          <a:prstGeom prst="ellipse">
            <a:avLst/>
          </a:prstGeom>
          <a:solidFill>
            <a:srgbClr val="2B5A94"/>
          </a:solidFill>
          <a:ln w="0">
            <a:noFill/>
          </a:ln>
        </p:spPr>
        <p:txBody>
          <a:bodyPr wrap="square" lIns="54000" tIns="36000" rIns="54000" bIns="36000" anchor="ctr"/>
          <a:lstStyle/>
          <a:p>
            <a:pPr algn="ctr"/>
            <a:r>
              <a:rPr lang="en-US" sz="1100" b="1" dirty="0">
                <a:solidFill>
                  <a:srgbClr val="FFFFFF"/>
                </a:solidFill>
              </a:rPr>
              <a:t>1</a:t>
            </a:r>
          </a:p>
        </p:txBody>
      </p:sp>
      <p:sp>
        <p:nvSpPr>
          <p:cNvPr id="804" name="A804"/>
          <p:cNvSpPr/>
          <p:nvPr/>
        </p:nvSpPr>
        <p:spPr>
          <a:xfrm>
            <a:off x="736600" y="867509"/>
            <a:ext cx="1524000" cy="279400"/>
          </a:xfrm>
          <a:prstGeom prst="rect">
            <a:avLst/>
          </a:prstGeom>
          <a:noFill/>
          <a:ln w="0">
            <a:noFill/>
          </a:ln>
        </p:spPr>
        <p:txBody>
          <a:bodyPr wrap="square" lIns="54000" tIns="36000" rIns="54000" bIns="36000" anchor="ctr"/>
          <a:lstStyle/>
          <a:p>
            <a:pPr algn="l"/>
            <a:r>
              <a:rPr lang="en-US" sz="1200" b="1" dirty="0">
                <a:solidFill>
                  <a:srgbClr val="2B5A94"/>
                </a:solidFill>
              </a:rPr>
              <a:t>GOVERN</a:t>
            </a:r>
          </a:p>
        </p:txBody>
      </p:sp>
      <p:sp>
        <p:nvSpPr>
          <p:cNvPr id="805" name="A805"/>
          <p:cNvSpPr/>
          <p:nvPr/>
        </p:nvSpPr>
        <p:spPr>
          <a:xfrm>
            <a:off x="355600" y="1197709"/>
            <a:ext cx="1955800" cy="12700"/>
          </a:xfrm>
          <a:prstGeom prst="rect">
            <a:avLst/>
          </a:prstGeom>
          <a:solidFill>
            <a:srgbClr val="CCCCCC"/>
          </a:solidFill>
          <a:ln w="0">
            <a:noFill/>
          </a:ln>
        </p:spPr>
        <p:txBody>
          <a:bodyPr wrap="square" lIns="54000" tIns="36000" rIns="54000" bIns="36000" anchor="t"/>
          <a:lstStyle/>
          <a:p>
            <a:endParaRPr lang="en-US" sz="1050"/>
          </a:p>
        </p:txBody>
      </p:sp>
      <p:sp>
        <p:nvSpPr>
          <p:cNvPr id="806" name="A806"/>
          <p:cNvSpPr/>
          <p:nvPr/>
        </p:nvSpPr>
        <p:spPr>
          <a:xfrm>
            <a:off x="406400" y="1273909"/>
            <a:ext cx="1854200" cy="571500"/>
          </a:xfrm>
          <a:prstGeom prst="rect">
            <a:avLst/>
          </a:prstGeom>
          <a:noFill/>
          <a:ln w="0">
            <a:noFill/>
          </a:ln>
        </p:spPr>
        <p:txBody>
          <a:bodyPr wrap="square" lIns="54000" tIns="36000" rIns="54000" bIns="36000" anchor="t"/>
          <a:lstStyle/>
          <a:p>
            <a:pPr algn="l">
              <a:lnSpc>
                <a:spcPts val="1100"/>
              </a:lnSpc>
            </a:pPr>
            <a:r>
              <a:rPr lang="en-US" sz="1050" dirty="0">
                <a:solidFill>
                  <a:srgbClr val="444444"/>
                </a:solidFill>
              </a:rPr>
              <a:t>LLM outputs treated as decision-support only. Human review mandatory before clinical or underwriting action.</a:t>
            </a:r>
          </a:p>
        </p:txBody>
      </p:sp>
      <p:sp>
        <p:nvSpPr>
          <p:cNvPr id="807" name="A807"/>
          <p:cNvSpPr/>
          <p:nvPr/>
        </p:nvSpPr>
        <p:spPr>
          <a:xfrm>
            <a:off x="2463800" y="765909"/>
            <a:ext cx="2057400" cy="1206500"/>
          </a:xfrm>
          <a:prstGeom prst="roundRect">
            <a:avLst>
              <a:gd name="adj" fmla="val 8000"/>
            </a:avLst>
          </a:prstGeom>
          <a:solidFill>
            <a:srgbClr val="F0F0F0"/>
          </a:solidFill>
          <a:ln w="0">
            <a:noFill/>
          </a:ln>
        </p:spPr>
        <p:txBody>
          <a:bodyPr wrap="square" lIns="54000" tIns="36000" rIns="54000" bIns="36000" anchor="t"/>
          <a:lstStyle/>
          <a:p>
            <a:endParaRPr lang="en-US" sz="1050"/>
          </a:p>
        </p:txBody>
      </p:sp>
      <p:sp>
        <p:nvSpPr>
          <p:cNvPr id="808" name="A808"/>
          <p:cNvSpPr/>
          <p:nvPr/>
        </p:nvSpPr>
        <p:spPr>
          <a:xfrm>
            <a:off x="2514600" y="765909"/>
            <a:ext cx="1955800" cy="38100"/>
          </a:xfrm>
          <a:prstGeom prst="rect">
            <a:avLst/>
          </a:prstGeom>
          <a:solidFill>
            <a:srgbClr val="388031"/>
          </a:solidFill>
          <a:ln w="0">
            <a:noFill/>
          </a:ln>
        </p:spPr>
        <p:txBody>
          <a:bodyPr wrap="square" lIns="54000" tIns="36000" rIns="54000" bIns="36000" anchor="t"/>
          <a:lstStyle/>
          <a:p>
            <a:endParaRPr lang="en-US" sz="1050"/>
          </a:p>
        </p:txBody>
      </p:sp>
      <p:sp>
        <p:nvSpPr>
          <p:cNvPr id="809" name="A809"/>
          <p:cNvSpPr/>
          <p:nvPr/>
        </p:nvSpPr>
        <p:spPr>
          <a:xfrm>
            <a:off x="2565400" y="867509"/>
            <a:ext cx="279400" cy="279400"/>
          </a:xfrm>
          <a:prstGeom prst="ellipse">
            <a:avLst/>
          </a:prstGeom>
          <a:solidFill>
            <a:srgbClr val="388031"/>
          </a:solidFill>
          <a:ln w="0">
            <a:noFill/>
          </a:ln>
        </p:spPr>
        <p:txBody>
          <a:bodyPr wrap="square" lIns="54000" tIns="36000" rIns="54000" bIns="36000" anchor="ctr"/>
          <a:lstStyle/>
          <a:p>
            <a:pPr algn="ctr"/>
            <a:r>
              <a:rPr lang="en-US" sz="1100" b="1" dirty="0">
                <a:solidFill>
                  <a:srgbClr val="FFFFFF"/>
                </a:solidFill>
              </a:rPr>
              <a:t>2</a:t>
            </a:r>
          </a:p>
        </p:txBody>
      </p:sp>
      <p:sp>
        <p:nvSpPr>
          <p:cNvPr id="810" name="A810"/>
          <p:cNvSpPr/>
          <p:nvPr/>
        </p:nvSpPr>
        <p:spPr>
          <a:xfrm>
            <a:off x="2895600" y="867509"/>
            <a:ext cx="1524000" cy="279400"/>
          </a:xfrm>
          <a:prstGeom prst="rect">
            <a:avLst/>
          </a:prstGeom>
          <a:noFill/>
          <a:ln w="0">
            <a:noFill/>
          </a:ln>
        </p:spPr>
        <p:txBody>
          <a:bodyPr wrap="square" lIns="54000" tIns="36000" rIns="54000" bIns="36000" anchor="ctr"/>
          <a:lstStyle/>
          <a:p>
            <a:pPr algn="l"/>
            <a:r>
              <a:rPr lang="en-US" sz="1200" b="1" dirty="0">
                <a:solidFill>
                  <a:srgbClr val="388031"/>
                </a:solidFill>
              </a:rPr>
              <a:t>MAP</a:t>
            </a:r>
          </a:p>
        </p:txBody>
      </p:sp>
      <p:sp>
        <p:nvSpPr>
          <p:cNvPr id="811" name="A811"/>
          <p:cNvSpPr/>
          <p:nvPr/>
        </p:nvSpPr>
        <p:spPr>
          <a:xfrm>
            <a:off x="2514600" y="1197709"/>
            <a:ext cx="1955800" cy="12700"/>
          </a:xfrm>
          <a:prstGeom prst="rect">
            <a:avLst/>
          </a:prstGeom>
          <a:solidFill>
            <a:srgbClr val="CCCCCC"/>
          </a:solidFill>
          <a:ln w="0">
            <a:noFill/>
          </a:ln>
        </p:spPr>
        <p:txBody>
          <a:bodyPr wrap="square" lIns="54000" tIns="36000" rIns="54000" bIns="36000" anchor="t"/>
          <a:lstStyle/>
          <a:p>
            <a:endParaRPr lang="en-US" sz="1050"/>
          </a:p>
        </p:txBody>
      </p:sp>
      <p:sp>
        <p:nvSpPr>
          <p:cNvPr id="812" name="A812"/>
          <p:cNvSpPr/>
          <p:nvPr/>
        </p:nvSpPr>
        <p:spPr>
          <a:xfrm>
            <a:off x="2565400" y="1273909"/>
            <a:ext cx="1854200" cy="571500"/>
          </a:xfrm>
          <a:prstGeom prst="rect">
            <a:avLst/>
          </a:prstGeom>
          <a:noFill/>
          <a:ln w="0">
            <a:noFill/>
          </a:ln>
        </p:spPr>
        <p:txBody>
          <a:bodyPr wrap="square" lIns="54000" tIns="36000" rIns="54000" bIns="36000" anchor="t"/>
          <a:lstStyle/>
          <a:p>
            <a:pPr algn="l">
              <a:lnSpc>
                <a:spcPts val="1100"/>
              </a:lnSpc>
            </a:pPr>
            <a:r>
              <a:rPr lang="en-US" sz="1050" dirty="0">
                <a:solidFill>
                  <a:srgbClr val="444444"/>
                </a:solidFill>
              </a:rPr>
              <a:t>Use case scoped to healthcare risk prediction. Business audience: underwriters and clinical ops teams.</a:t>
            </a:r>
          </a:p>
        </p:txBody>
      </p:sp>
      <p:sp>
        <p:nvSpPr>
          <p:cNvPr id="813" name="A813"/>
          <p:cNvSpPr/>
          <p:nvPr/>
        </p:nvSpPr>
        <p:spPr>
          <a:xfrm>
            <a:off x="4622800" y="765909"/>
            <a:ext cx="2057400" cy="1206500"/>
          </a:xfrm>
          <a:prstGeom prst="roundRect">
            <a:avLst>
              <a:gd name="adj" fmla="val 8000"/>
            </a:avLst>
          </a:prstGeom>
          <a:solidFill>
            <a:srgbClr val="F0F0F0"/>
          </a:solidFill>
          <a:ln w="0">
            <a:noFill/>
          </a:ln>
        </p:spPr>
        <p:txBody>
          <a:bodyPr wrap="square" lIns="54000" tIns="36000" rIns="54000" bIns="36000" anchor="t"/>
          <a:lstStyle/>
          <a:p>
            <a:endParaRPr lang="en-US" sz="1050"/>
          </a:p>
        </p:txBody>
      </p:sp>
      <p:sp>
        <p:nvSpPr>
          <p:cNvPr id="814" name="A814"/>
          <p:cNvSpPr/>
          <p:nvPr/>
        </p:nvSpPr>
        <p:spPr>
          <a:xfrm>
            <a:off x="4673600" y="765909"/>
            <a:ext cx="1955800" cy="38100"/>
          </a:xfrm>
          <a:prstGeom prst="rect">
            <a:avLst/>
          </a:prstGeom>
          <a:solidFill>
            <a:srgbClr val="8B5E00"/>
          </a:solidFill>
          <a:ln w="0">
            <a:noFill/>
          </a:ln>
        </p:spPr>
        <p:txBody>
          <a:bodyPr wrap="square" lIns="54000" tIns="36000" rIns="54000" bIns="36000" anchor="t"/>
          <a:lstStyle/>
          <a:p>
            <a:endParaRPr lang="en-US" sz="1050"/>
          </a:p>
        </p:txBody>
      </p:sp>
      <p:sp>
        <p:nvSpPr>
          <p:cNvPr id="815" name="A815"/>
          <p:cNvSpPr/>
          <p:nvPr/>
        </p:nvSpPr>
        <p:spPr>
          <a:xfrm>
            <a:off x="4724400" y="867509"/>
            <a:ext cx="279400" cy="279400"/>
          </a:xfrm>
          <a:prstGeom prst="ellipse">
            <a:avLst/>
          </a:prstGeom>
          <a:solidFill>
            <a:srgbClr val="8B5E00"/>
          </a:solidFill>
          <a:ln w="0">
            <a:noFill/>
          </a:ln>
        </p:spPr>
        <p:txBody>
          <a:bodyPr wrap="square" lIns="54000" tIns="36000" rIns="54000" bIns="36000" anchor="ctr"/>
          <a:lstStyle/>
          <a:p>
            <a:pPr algn="ctr"/>
            <a:r>
              <a:rPr lang="en-US" sz="1100" b="1" dirty="0">
                <a:solidFill>
                  <a:srgbClr val="FFFFFF"/>
                </a:solidFill>
              </a:rPr>
              <a:t>3</a:t>
            </a:r>
          </a:p>
        </p:txBody>
      </p:sp>
      <p:sp>
        <p:nvSpPr>
          <p:cNvPr id="816" name="A816"/>
          <p:cNvSpPr/>
          <p:nvPr/>
        </p:nvSpPr>
        <p:spPr>
          <a:xfrm>
            <a:off x="5054600" y="867509"/>
            <a:ext cx="1524000" cy="279400"/>
          </a:xfrm>
          <a:prstGeom prst="rect">
            <a:avLst/>
          </a:prstGeom>
          <a:noFill/>
          <a:ln w="0">
            <a:noFill/>
          </a:ln>
        </p:spPr>
        <p:txBody>
          <a:bodyPr wrap="square" lIns="54000" tIns="36000" rIns="54000" bIns="36000" anchor="ctr"/>
          <a:lstStyle/>
          <a:p>
            <a:pPr algn="l"/>
            <a:r>
              <a:rPr lang="en-US" sz="1200" b="1" dirty="0">
                <a:solidFill>
                  <a:srgbClr val="8B5E00"/>
                </a:solidFill>
              </a:rPr>
              <a:t>MEASURE</a:t>
            </a:r>
          </a:p>
        </p:txBody>
      </p:sp>
      <p:sp>
        <p:nvSpPr>
          <p:cNvPr id="817" name="A817"/>
          <p:cNvSpPr/>
          <p:nvPr/>
        </p:nvSpPr>
        <p:spPr>
          <a:xfrm>
            <a:off x="4673600" y="1197709"/>
            <a:ext cx="1955800" cy="12700"/>
          </a:xfrm>
          <a:prstGeom prst="rect">
            <a:avLst/>
          </a:prstGeom>
          <a:solidFill>
            <a:srgbClr val="CCCCCC"/>
          </a:solidFill>
          <a:ln w="0">
            <a:noFill/>
          </a:ln>
        </p:spPr>
        <p:txBody>
          <a:bodyPr wrap="square" lIns="54000" tIns="36000" rIns="54000" bIns="36000" anchor="t"/>
          <a:lstStyle/>
          <a:p>
            <a:endParaRPr lang="en-US" sz="1050"/>
          </a:p>
        </p:txBody>
      </p:sp>
      <p:sp>
        <p:nvSpPr>
          <p:cNvPr id="818" name="A818"/>
          <p:cNvSpPr/>
          <p:nvPr/>
        </p:nvSpPr>
        <p:spPr>
          <a:xfrm>
            <a:off x="4724400" y="1273909"/>
            <a:ext cx="1854200" cy="571500"/>
          </a:xfrm>
          <a:prstGeom prst="rect">
            <a:avLst/>
          </a:prstGeom>
          <a:noFill/>
          <a:ln w="0">
            <a:noFill/>
          </a:ln>
        </p:spPr>
        <p:txBody>
          <a:bodyPr wrap="square" lIns="54000" tIns="36000" rIns="54000" bIns="36000" anchor="t"/>
          <a:lstStyle/>
          <a:p>
            <a:pPr algn="l">
              <a:lnSpc>
                <a:spcPts val="1100"/>
              </a:lnSpc>
            </a:pPr>
            <a:r>
              <a:rPr lang="en-US" sz="1050" dirty="0">
                <a:solidFill>
                  <a:srgbClr val="444444"/>
                </a:solidFill>
              </a:rPr>
              <a:t>Real latency: 2.88s avg. Token count: 91 avg. Embedding drift: 0.12 (STABLE, threshold 0.25).</a:t>
            </a:r>
          </a:p>
        </p:txBody>
      </p:sp>
      <p:sp>
        <p:nvSpPr>
          <p:cNvPr id="819" name="A819"/>
          <p:cNvSpPr/>
          <p:nvPr/>
        </p:nvSpPr>
        <p:spPr>
          <a:xfrm>
            <a:off x="6781800" y="765909"/>
            <a:ext cx="2057400" cy="1206500"/>
          </a:xfrm>
          <a:prstGeom prst="roundRect">
            <a:avLst>
              <a:gd name="adj" fmla="val 8000"/>
            </a:avLst>
          </a:prstGeom>
          <a:solidFill>
            <a:srgbClr val="F0F0F0"/>
          </a:solidFill>
          <a:ln w="0">
            <a:noFill/>
          </a:ln>
        </p:spPr>
        <p:txBody>
          <a:bodyPr wrap="square" lIns="54000" tIns="36000" rIns="54000" bIns="36000" anchor="t"/>
          <a:lstStyle/>
          <a:p>
            <a:endParaRPr lang="en-US" sz="1050"/>
          </a:p>
        </p:txBody>
      </p:sp>
      <p:sp>
        <p:nvSpPr>
          <p:cNvPr id="820" name="A820"/>
          <p:cNvSpPr/>
          <p:nvPr/>
        </p:nvSpPr>
        <p:spPr>
          <a:xfrm>
            <a:off x="6832600" y="765909"/>
            <a:ext cx="1955800" cy="38100"/>
          </a:xfrm>
          <a:prstGeom prst="rect">
            <a:avLst/>
          </a:prstGeom>
          <a:solidFill>
            <a:srgbClr val="B5431E"/>
          </a:solidFill>
          <a:ln w="0">
            <a:noFill/>
          </a:ln>
        </p:spPr>
        <p:txBody>
          <a:bodyPr wrap="square" lIns="54000" tIns="36000" rIns="54000" bIns="36000" anchor="t"/>
          <a:lstStyle/>
          <a:p>
            <a:endParaRPr lang="en-US" sz="1050"/>
          </a:p>
        </p:txBody>
      </p:sp>
      <p:sp>
        <p:nvSpPr>
          <p:cNvPr id="821" name="A821"/>
          <p:cNvSpPr/>
          <p:nvPr/>
        </p:nvSpPr>
        <p:spPr>
          <a:xfrm>
            <a:off x="6883400" y="867509"/>
            <a:ext cx="279400" cy="279400"/>
          </a:xfrm>
          <a:prstGeom prst="ellipse">
            <a:avLst/>
          </a:prstGeom>
          <a:solidFill>
            <a:srgbClr val="B5431E"/>
          </a:solidFill>
          <a:ln w="0">
            <a:noFill/>
          </a:ln>
        </p:spPr>
        <p:txBody>
          <a:bodyPr wrap="square" lIns="54000" tIns="36000" rIns="54000" bIns="36000" anchor="ctr"/>
          <a:lstStyle/>
          <a:p>
            <a:pPr algn="ctr"/>
            <a:r>
              <a:rPr lang="en-US" sz="1100" b="1" dirty="0">
                <a:solidFill>
                  <a:srgbClr val="FFFFFF"/>
                </a:solidFill>
              </a:rPr>
              <a:t>4</a:t>
            </a:r>
          </a:p>
        </p:txBody>
      </p:sp>
      <p:sp>
        <p:nvSpPr>
          <p:cNvPr id="822" name="A822"/>
          <p:cNvSpPr/>
          <p:nvPr/>
        </p:nvSpPr>
        <p:spPr>
          <a:xfrm>
            <a:off x="7213600" y="867509"/>
            <a:ext cx="1524000" cy="279400"/>
          </a:xfrm>
          <a:prstGeom prst="rect">
            <a:avLst/>
          </a:prstGeom>
          <a:noFill/>
          <a:ln w="0">
            <a:noFill/>
          </a:ln>
        </p:spPr>
        <p:txBody>
          <a:bodyPr wrap="square" lIns="54000" tIns="36000" rIns="54000" bIns="36000" anchor="ctr"/>
          <a:lstStyle/>
          <a:p>
            <a:pPr algn="l"/>
            <a:r>
              <a:rPr lang="en-US" sz="1200" b="1" dirty="0">
                <a:solidFill>
                  <a:srgbClr val="B5431E"/>
                </a:solidFill>
              </a:rPr>
              <a:t>MANAGE</a:t>
            </a:r>
          </a:p>
        </p:txBody>
      </p:sp>
      <p:sp>
        <p:nvSpPr>
          <p:cNvPr id="823" name="A823"/>
          <p:cNvSpPr/>
          <p:nvPr/>
        </p:nvSpPr>
        <p:spPr>
          <a:xfrm>
            <a:off x="6832600" y="1197709"/>
            <a:ext cx="1955800" cy="12700"/>
          </a:xfrm>
          <a:prstGeom prst="rect">
            <a:avLst/>
          </a:prstGeom>
          <a:solidFill>
            <a:srgbClr val="CCCCCC"/>
          </a:solidFill>
          <a:ln w="0">
            <a:noFill/>
          </a:ln>
        </p:spPr>
        <p:txBody>
          <a:bodyPr wrap="square" lIns="54000" tIns="36000" rIns="54000" bIns="36000" anchor="t"/>
          <a:lstStyle/>
          <a:p>
            <a:endParaRPr lang="en-US" sz="1050"/>
          </a:p>
        </p:txBody>
      </p:sp>
      <p:sp>
        <p:nvSpPr>
          <p:cNvPr id="824" name="A824"/>
          <p:cNvSpPr/>
          <p:nvPr/>
        </p:nvSpPr>
        <p:spPr>
          <a:xfrm>
            <a:off x="6883400" y="1273909"/>
            <a:ext cx="1854200" cy="571500"/>
          </a:xfrm>
          <a:prstGeom prst="rect">
            <a:avLst/>
          </a:prstGeom>
          <a:noFill/>
          <a:ln w="0">
            <a:noFill/>
          </a:ln>
        </p:spPr>
        <p:txBody>
          <a:bodyPr wrap="square" lIns="54000" tIns="36000" rIns="54000" bIns="36000" anchor="t"/>
          <a:lstStyle/>
          <a:p>
            <a:pPr algn="l">
              <a:lnSpc>
                <a:spcPts val="1100"/>
              </a:lnSpc>
            </a:pPr>
            <a:r>
              <a:rPr lang="en-US" sz="1050" dirty="0">
                <a:solidFill>
                  <a:srgbClr val="444444"/>
                </a:solidFill>
              </a:rPr>
              <a:t>Anomalies flagged automatically. Silent risk surfaced for human review. Retrain if drift exceeds 0.25 for 2 consecutive runs.</a:t>
            </a:r>
          </a:p>
        </p:txBody>
      </p:sp>
      <p:sp>
        <p:nvSpPr>
          <p:cNvPr id="825" name="A825"/>
          <p:cNvSpPr/>
          <p:nvPr/>
        </p:nvSpPr>
        <p:spPr>
          <a:xfrm>
            <a:off x="304800" y="2124809"/>
            <a:ext cx="2760133" cy="2413000"/>
          </a:xfrm>
          <a:prstGeom prst="roundRect">
            <a:avLst>
              <a:gd name="adj" fmla="val 8000"/>
            </a:avLst>
          </a:prstGeom>
          <a:solidFill>
            <a:srgbClr val="F0F0F0"/>
          </a:solidFill>
          <a:ln w="0">
            <a:noFill/>
          </a:ln>
        </p:spPr>
        <p:txBody>
          <a:bodyPr wrap="square" lIns="54000" tIns="36000" rIns="54000" bIns="36000" anchor="t"/>
          <a:lstStyle/>
          <a:p>
            <a:endParaRPr lang="en-US" sz="1050"/>
          </a:p>
        </p:txBody>
      </p:sp>
      <p:sp>
        <p:nvSpPr>
          <p:cNvPr id="826" name="A826"/>
          <p:cNvSpPr/>
          <p:nvPr/>
        </p:nvSpPr>
        <p:spPr>
          <a:xfrm>
            <a:off x="355600" y="2124809"/>
            <a:ext cx="2658533" cy="38100"/>
          </a:xfrm>
          <a:prstGeom prst="rect">
            <a:avLst/>
          </a:prstGeom>
          <a:solidFill>
            <a:srgbClr val="2B5A94"/>
          </a:solidFill>
          <a:ln w="0">
            <a:noFill/>
          </a:ln>
        </p:spPr>
        <p:txBody>
          <a:bodyPr wrap="square" lIns="54000" tIns="36000" rIns="54000" bIns="36000" anchor="t"/>
          <a:lstStyle/>
          <a:p>
            <a:endParaRPr lang="en-US" sz="1050"/>
          </a:p>
        </p:txBody>
      </p:sp>
      <p:sp>
        <p:nvSpPr>
          <p:cNvPr id="827" name="A827"/>
          <p:cNvSpPr/>
          <p:nvPr/>
        </p:nvSpPr>
        <p:spPr>
          <a:xfrm>
            <a:off x="406400" y="2226409"/>
            <a:ext cx="2556933" cy="203200"/>
          </a:xfrm>
          <a:prstGeom prst="rect">
            <a:avLst/>
          </a:prstGeom>
          <a:noFill/>
          <a:ln w="0">
            <a:noFill/>
          </a:ln>
        </p:spPr>
        <p:txBody>
          <a:bodyPr wrap="square" lIns="54000" tIns="36000" rIns="54000" bIns="36000" anchor="ctr"/>
          <a:lstStyle/>
          <a:p>
            <a:pPr algn="l"/>
            <a:r>
              <a:rPr lang="en-US" sz="1200" b="1" dirty="0">
                <a:solidFill>
                  <a:srgbClr val="2B5A94"/>
                </a:solidFill>
              </a:rPr>
              <a:t>Guardrails</a:t>
            </a:r>
          </a:p>
        </p:txBody>
      </p:sp>
      <p:sp>
        <p:nvSpPr>
          <p:cNvPr id="828" name="A828"/>
          <p:cNvSpPr/>
          <p:nvPr/>
        </p:nvSpPr>
        <p:spPr>
          <a:xfrm>
            <a:off x="355600" y="2467709"/>
            <a:ext cx="2658533" cy="12700"/>
          </a:xfrm>
          <a:prstGeom prst="rect">
            <a:avLst/>
          </a:prstGeom>
          <a:solidFill>
            <a:srgbClr val="CCCCCC"/>
          </a:solidFill>
          <a:ln w="0">
            <a:noFill/>
          </a:ln>
        </p:spPr>
        <p:txBody>
          <a:bodyPr wrap="square" lIns="54000" tIns="36000" rIns="54000" bIns="36000" anchor="t"/>
          <a:lstStyle/>
          <a:p>
            <a:endParaRPr lang="en-US" sz="1050"/>
          </a:p>
        </p:txBody>
      </p:sp>
      <p:sp>
        <p:nvSpPr>
          <p:cNvPr id="829" name="A829"/>
          <p:cNvSpPr/>
          <p:nvPr/>
        </p:nvSpPr>
        <p:spPr>
          <a:xfrm>
            <a:off x="406400" y="2531209"/>
            <a:ext cx="2556933" cy="1879600"/>
          </a:xfrm>
          <a:prstGeom prst="rect">
            <a:avLst/>
          </a:prstGeom>
          <a:noFill/>
          <a:ln w="0">
            <a:noFill/>
          </a:ln>
        </p:spPr>
        <p:txBody>
          <a:bodyPr wrap="square" lIns="54000" tIns="36000" rIns="54000" bIns="36000" anchor="t"/>
          <a:lstStyle/>
          <a:p>
            <a:pPr algn="l">
              <a:lnSpc>
                <a:spcPts val="1200"/>
              </a:lnSpc>
              <a:buFont typeface="Arial"/>
              <a:buChar char="•"/>
            </a:pPr>
            <a:r>
              <a:rPr lang="en-US" sz="1050" dirty="0">
                <a:solidFill>
                  <a:srgbClr val="333333"/>
                </a:solidFill>
              </a:rPr>
              <a:t>All 400 patients analyzed — none excluded</a:t>
            </a:r>
          </a:p>
          <a:p>
            <a:pPr algn="l">
              <a:lnSpc>
                <a:spcPts val="1200"/>
              </a:lnSpc>
              <a:buFont typeface="Arial"/>
              <a:buChar char="•"/>
            </a:pPr>
            <a:r>
              <a:rPr lang="en-US" sz="1050" dirty="0">
                <a:solidFill>
                  <a:srgbClr val="333333"/>
                </a:solidFill>
              </a:rPr>
              <a:t>RAG-grounded summaries (3 similar cases) reduce hallucination risk</a:t>
            </a:r>
          </a:p>
          <a:p>
            <a:pPr algn="l">
              <a:lnSpc>
                <a:spcPts val="1200"/>
              </a:lnSpc>
              <a:buFont typeface="Arial"/>
              <a:buChar char="•"/>
            </a:pPr>
            <a:r>
              <a:rPr lang="en-US" sz="1050" dirty="0">
                <a:solidFill>
                  <a:srgbClr val="333333"/>
                </a:solidFill>
              </a:rPr>
              <a:t>API key via env variable, not hardcoded</a:t>
            </a:r>
          </a:p>
          <a:p>
            <a:pPr algn="l">
              <a:lnSpc>
                <a:spcPts val="1200"/>
              </a:lnSpc>
              <a:buFont typeface="Arial"/>
              <a:buChar char="•"/>
            </a:pPr>
            <a:r>
              <a:rPr lang="en-US" sz="1050" dirty="0">
                <a:solidFill>
                  <a:srgbClr val="333333"/>
                </a:solidFill>
              </a:rPr>
              <a:t>Full PII scan: zero emails, phones, names detected. Dataset pre-anonymized.</a:t>
            </a:r>
          </a:p>
          <a:p>
            <a:pPr algn="l">
              <a:lnSpc>
                <a:spcPts val="1200"/>
              </a:lnSpc>
              <a:spcBef>
                <a:spcPts val="200"/>
              </a:spcBef>
              <a:buNone/>
            </a:pPr>
            <a:r>
              <a:rPr lang="en-US" sz="1000" i="1" dirty="0">
                <a:solidFill>
                  <a:srgbClr val="2B5A94"/>
                </a:solidFill>
              </a:rPr>
              <a:t>Prod: Presidio / AWS Comprehend Medical for runtime PII scrubbing</a:t>
            </a:r>
          </a:p>
        </p:txBody>
      </p:sp>
      <p:sp>
        <p:nvSpPr>
          <p:cNvPr id="830" name="A830"/>
          <p:cNvSpPr/>
          <p:nvPr/>
        </p:nvSpPr>
        <p:spPr>
          <a:xfrm>
            <a:off x="3191933" y="2124809"/>
            <a:ext cx="2760133" cy="2413000"/>
          </a:xfrm>
          <a:prstGeom prst="roundRect">
            <a:avLst>
              <a:gd name="adj" fmla="val 8000"/>
            </a:avLst>
          </a:prstGeom>
          <a:solidFill>
            <a:srgbClr val="F0F0F0"/>
          </a:solidFill>
          <a:ln w="0">
            <a:noFill/>
          </a:ln>
        </p:spPr>
        <p:txBody>
          <a:bodyPr wrap="square" lIns="54000" tIns="36000" rIns="54000" bIns="36000" anchor="t"/>
          <a:lstStyle/>
          <a:p>
            <a:endParaRPr lang="en-US" sz="1050"/>
          </a:p>
        </p:txBody>
      </p:sp>
      <p:sp>
        <p:nvSpPr>
          <p:cNvPr id="831" name="A831"/>
          <p:cNvSpPr/>
          <p:nvPr/>
        </p:nvSpPr>
        <p:spPr>
          <a:xfrm>
            <a:off x="3242733" y="2124809"/>
            <a:ext cx="2658533" cy="38100"/>
          </a:xfrm>
          <a:prstGeom prst="rect">
            <a:avLst/>
          </a:prstGeom>
          <a:solidFill>
            <a:srgbClr val="8B5E00"/>
          </a:solidFill>
          <a:ln w="0">
            <a:noFill/>
          </a:ln>
        </p:spPr>
        <p:txBody>
          <a:bodyPr wrap="square" lIns="54000" tIns="36000" rIns="54000" bIns="36000" anchor="t"/>
          <a:lstStyle/>
          <a:p>
            <a:endParaRPr lang="en-US" sz="1050"/>
          </a:p>
        </p:txBody>
      </p:sp>
      <p:sp>
        <p:nvSpPr>
          <p:cNvPr id="832" name="A832"/>
          <p:cNvSpPr/>
          <p:nvPr/>
        </p:nvSpPr>
        <p:spPr>
          <a:xfrm>
            <a:off x="3293533" y="2226409"/>
            <a:ext cx="2556933" cy="203200"/>
          </a:xfrm>
          <a:prstGeom prst="rect">
            <a:avLst/>
          </a:prstGeom>
          <a:noFill/>
          <a:ln w="0">
            <a:noFill/>
          </a:ln>
        </p:spPr>
        <p:txBody>
          <a:bodyPr wrap="square" lIns="54000" tIns="36000" rIns="54000" bIns="36000" anchor="ctr"/>
          <a:lstStyle/>
          <a:p>
            <a:pPr algn="l"/>
            <a:r>
              <a:rPr lang="en-US" sz="1200" b="1" dirty="0">
                <a:solidFill>
                  <a:srgbClr val="8B5E00"/>
                </a:solidFill>
              </a:rPr>
              <a:t>Monitoring</a:t>
            </a:r>
          </a:p>
        </p:txBody>
      </p:sp>
      <p:sp>
        <p:nvSpPr>
          <p:cNvPr id="833" name="A833"/>
          <p:cNvSpPr/>
          <p:nvPr/>
        </p:nvSpPr>
        <p:spPr>
          <a:xfrm>
            <a:off x="3242733" y="2467709"/>
            <a:ext cx="2658533" cy="12700"/>
          </a:xfrm>
          <a:prstGeom prst="rect">
            <a:avLst/>
          </a:prstGeom>
          <a:solidFill>
            <a:srgbClr val="CCCCCC"/>
          </a:solidFill>
          <a:ln w="0">
            <a:noFill/>
          </a:ln>
        </p:spPr>
        <p:txBody>
          <a:bodyPr wrap="square" lIns="54000" tIns="36000" rIns="54000" bIns="36000" anchor="t"/>
          <a:lstStyle/>
          <a:p>
            <a:endParaRPr lang="en-US" sz="1050"/>
          </a:p>
        </p:txBody>
      </p:sp>
      <p:sp>
        <p:nvSpPr>
          <p:cNvPr id="834" name="A834"/>
          <p:cNvSpPr/>
          <p:nvPr/>
        </p:nvSpPr>
        <p:spPr>
          <a:xfrm>
            <a:off x="3293533" y="2531209"/>
            <a:ext cx="2556933" cy="1879600"/>
          </a:xfrm>
          <a:prstGeom prst="rect">
            <a:avLst/>
          </a:prstGeom>
          <a:noFill/>
          <a:ln w="0">
            <a:noFill/>
          </a:ln>
        </p:spPr>
        <p:txBody>
          <a:bodyPr wrap="square" lIns="54000" tIns="36000" rIns="54000" bIns="36000" anchor="t"/>
          <a:lstStyle/>
          <a:p>
            <a:pPr algn="l">
              <a:lnSpc>
                <a:spcPts val="1200"/>
              </a:lnSpc>
              <a:buFont typeface="Arial"/>
              <a:buChar char="•"/>
            </a:pPr>
            <a:r>
              <a:rPr lang="en-US" sz="1050" dirty="0">
                <a:solidFill>
                  <a:srgbClr val="333333"/>
                </a:solidFill>
              </a:rPr>
              <a:t>Latency: avg 2.88s per inference (real API time)</a:t>
            </a:r>
          </a:p>
          <a:p>
            <a:pPr algn="l">
              <a:lnSpc>
                <a:spcPts val="1200"/>
              </a:lnSpc>
              <a:buFont typeface="Arial"/>
              <a:buChar char="•"/>
            </a:pPr>
            <a:r>
              <a:rPr lang="en-US" sz="1050" dirty="0">
                <a:solidFill>
                  <a:srgbClr val="333333"/>
                </a:solidFill>
              </a:rPr>
              <a:t>Tokens: avg 91 per call (Groq API usage)</a:t>
            </a:r>
          </a:p>
          <a:p>
            <a:pPr algn="l">
              <a:lnSpc>
                <a:spcPts val="1200"/>
              </a:lnSpc>
              <a:buFont typeface="Arial"/>
              <a:buChar char="•"/>
            </a:pPr>
            <a:r>
              <a:rPr lang="en-US" sz="1050" dirty="0">
                <a:solidFill>
                  <a:srgbClr val="333333"/>
                </a:solidFill>
              </a:rPr>
              <a:t>Embedding drift: 0.12 via KL-divergence (threshold 0.25)</a:t>
            </a:r>
          </a:p>
          <a:p>
            <a:pPr algn="l">
              <a:lnSpc>
                <a:spcPts val="1200"/>
              </a:lnSpc>
              <a:buFont typeface="Arial"/>
              <a:buChar char="•"/>
            </a:pPr>
            <a:r>
              <a:rPr lang="en-US" sz="1050" dirty="0">
                <a:solidFill>
                  <a:srgbClr val="333333"/>
                </a:solidFill>
              </a:rPr>
              <a:t>Confidence: N/A — logprobs not supported by llama-3.1-8b-instant</a:t>
            </a:r>
          </a:p>
          <a:p>
            <a:pPr algn="l">
              <a:lnSpc>
                <a:spcPts val="1200"/>
              </a:lnSpc>
              <a:spcBef>
                <a:spcPts val="200"/>
              </a:spcBef>
              <a:buNone/>
            </a:pPr>
            <a:r>
              <a:rPr lang="en-US" sz="1000" i="1" dirty="0">
                <a:solidFill>
                  <a:srgbClr val="8B5E00"/>
                </a:solidFill>
              </a:rPr>
              <a:t>Future: llama-3.3-70b-versatile for logprob-based scoring</a:t>
            </a:r>
          </a:p>
        </p:txBody>
      </p:sp>
      <p:sp>
        <p:nvSpPr>
          <p:cNvPr id="835" name="A835"/>
          <p:cNvSpPr/>
          <p:nvPr/>
        </p:nvSpPr>
        <p:spPr>
          <a:xfrm>
            <a:off x="6079067" y="2124809"/>
            <a:ext cx="2760133" cy="2413000"/>
          </a:xfrm>
          <a:prstGeom prst="roundRect">
            <a:avLst>
              <a:gd name="adj" fmla="val 8000"/>
            </a:avLst>
          </a:prstGeom>
          <a:solidFill>
            <a:srgbClr val="F0F0F0"/>
          </a:solidFill>
          <a:ln w="0">
            <a:noFill/>
          </a:ln>
        </p:spPr>
        <p:txBody>
          <a:bodyPr wrap="square" lIns="54000" tIns="36000" rIns="54000" bIns="36000" anchor="t"/>
          <a:lstStyle/>
          <a:p>
            <a:endParaRPr lang="en-US" sz="1050"/>
          </a:p>
        </p:txBody>
      </p:sp>
      <p:sp>
        <p:nvSpPr>
          <p:cNvPr id="836" name="A836"/>
          <p:cNvSpPr/>
          <p:nvPr/>
        </p:nvSpPr>
        <p:spPr>
          <a:xfrm>
            <a:off x="6129867" y="2124809"/>
            <a:ext cx="2658533" cy="38100"/>
          </a:xfrm>
          <a:prstGeom prst="rect">
            <a:avLst/>
          </a:prstGeom>
          <a:solidFill>
            <a:srgbClr val="388031"/>
          </a:solidFill>
          <a:ln w="0">
            <a:noFill/>
          </a:ln>
        </p:spPr>
        <p:txBody>
          <a:bodyPr wrap="square" lIns="54000" tIns="36000" rIns="54000" bIns="36000" anchor="t"/>
          <a:lstStyle/>
          <a:p>
            <a:endParaRPr lang="en-US" sz="1050"/>
          </a:p>
        </p:txBody>
      </p:sp>
      <p:sp>
        <p:nvSpPr>
          <p:cNvPr id="837" name="A837"/>
          <p:cNvSpPr/>
          <p:nvPr/>
        </p:nvSpPr>
        <p:spPr>
          <a:xfrm>
            <a:off x="6180667" y="2226409"/>
            <a:ext cx="2556933" cy="203200"/>
          </a:xfrm>
          <a:prstGeom prst="rect">
            <a:avLst/>
          </a:prstGeom>
          <a:noFill/>
          <a:ln w="0">
            <a:noFill/>
          </a:ln>
        </p:spPr>
        <p:txBody>
          <a:bodyPr wrap="square" lIns="54000" tIns="36000" rIns="54000" bIns="36000" anchor="ctr"/>
          <a:lstStyle/>
          <a:p>
            <a:pPr algn="l"/>
            <a:r>
              <a:rPr lang="en-US" sz="1200" b="1" dirty="0">
                <a:solidFill>
                  <a:srgbClr val="388031"/>
                </a:solidFill>
              </a:rPr>
              <a:t>Explainability</a:t>
            </a:r>
          </a:p>
        </p:txBody>
      </p:sp>
      <p:sp>
        <p:nvSpPr>
          <p:cNvPr id="838" name="A838"/>
          <p:cNvSpPr/>
          <p:nvPr/>
        </p:nvSpPr>
        <p:spPr>
          <a:xfrm>
            <a:off x="6129867" y="2467709"/>
            <a:ext cx="2658533" cy="12700"/>
          </a:xfrm>
          <a:prstGeom prst="rect">
            <a:avLst/>
          </a:prstGeom>
          <a:solidFill>
            <a:srgbClr val="CCCCCC"/>
          </a:solidFill>
          <a:ln w="0">
            <a:noFill/>
          </a:ln>
        </p:spPr>
        <p:txBody>
          <a:bodyPr wrap="square" lIns="54000" tIns="36000" rIns="54000" bIns="36000" anchor="t"/>
          <a:lstStyle/>
          <a:p>
            <a:endParaRPr lang="en-US" sz="1050"/>
          </a:p>
        </p:txBody>
      </p:sp>
      <p:sp>
        <p:nvSpPr>
          <p:cNvPr id="839" name="A839"/>
          <p:cNvSpPr/>
          <p:nvPr/>
        </p:nvSpPr>
        <p:spPr>
          <a:xfrm>
            <a:off x="6180667" y="2531209"/>
            <a:ext cx="2556933" cy="1879600"/>
          </a:xfrm>
          <a:prstGeom prst="rect">
            <a:avLst/>
          </a:prstGeom>
          <a:noFill/>
          <a:ln w="0">
            <a:noFill/>
          </a:ln>
        </p:spPr>
        <p:txBody>
          <a:bodyPr wrap="square" lIns="54000" tIns="36000" rIns="54000" bIns="36000" anchor="t"/>
          <a:lstStyle/>
          <a:p>
            <a:pPr algn="l">
              <a:lnSpc>
                <a:spcPts val="1200"/>
              </a:lnSpc>
              <a:buFont typeface="Arial"/>
              <a:buChar char="•"/>
            </a:pPr>
            <a:r>
              <a:rPr lang="en-US" sz="1050" dirty="0">
                <a:solidFill>
                  <a:srgbClr val="333333"/>
                </a:solidFill>
              </a:rPr>
              <a:t>Every LLM summary references specific risk factors</a:t>
            </a:r>
          </a:p>
          <a:p>
            <a:pPr algn="l">
              <a:lnSpc>
                <a:spcPts val="1200"/>
              </a:lnSpc>
              <a:buFont typeface="Arial"/>
              <a:buChar char="•"/>
            </a:pPr>
            <a:r>
              <a:rPr lang="en-US" sz="1050" dirty="0">
                <a:solidFill>
                  <a:srgbClr val="333333"/>
                </a:solidFill>
              </a:rPr>
              <a:t>Similar historical cases via FAISS provide transparency</a:t>
            </a:r>
          </a:p>
          <a:p>
            <a:pPr algn="l">
              <a:lnSpc>
                <a:spcPts val="1200"/>
              </a:lnSpc>
              <a:buFont typeface="Arial"/>
              <a:buChar char="•"/>
            </a:pPr>
            <a:r>
              <a:rPr lang="en-US" sz="1050" dirty="0">
                <a:solidFill>
                  <a:srgbClr val="333333"/>
                </a:solidFill>
              </a:rPr>
              <a:t>Anomaly + silent risk flags documented in output</a:t>
            </a:r>
          </a:p>
          <a:p>
            <a:pPr algn="l">
              <a:lnSpc>
                <a:spcPts val="1200"/>
              </a:lnSpc>
              <a:spcBef>
                <a:spcPts val="200"/>
              </a:spcBef>
              <a:buNone/>
            </a:pPr>
            <a:r>
              <a:rPr lang="en-US" sz="1000" i="1" dirty="0">
                <a:solidFill>
                  <a:srgbClr val="388031"/>
                </a:solidFill>
              </a:rPr>
              <a:t>Prod: clinical guidelines KB as additional RAG grounding source</a:t>
            </a:r>
          </a:p>
        </p:txBody>
      </p:sp>
    </p:spTree>
    <p:extLst>
      <p:ext uri="{BB962C8B-B14F-4D97-AF65-F5344CB8AC3E}">
        <p14:creationId xmlns:p14="http://schemas.microsoft.com/office/powerpoint/2010/main" val="33367141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C8A35D-527B-CD81-C739-D328A46C4E77}"/>
              </a:ext>
            </a:extLst>
          </p:cNvPr>
          <p:cNvSpPr>
            <a:spLocks noGrp="1"/>
          </p:cNvSpPr>
          <p:nvPr>
            <p:ph type="title"/>
          </p:nvPr>
        </p:nvSpPr>
        <p:spPr/>
        <p:txBody>
          <a:bodyPr/>
          <a:lstStyle/>
          <a:p>
            <a:r>
              <a:t>Business Value &amp; Future Enhancements</a:t>
            </a:r>
          </a:p>
        </p:txBody>
      </p:sp>
      <p:sp>
        <p:nvSpPr>
          <p:cNvPr id="3" name="Footer Placeholder 2">
            <a:extLst>
              <a:ext uri="{FF2B5EF4-FFF2-40B4-BE49-F238E27FC236}">
                <a16:creationId xmlns:a16="http://schemas.microsoft.com/office/drawing/2014/main" id="{15C4DD00-564E-E040-9031-FC893CD16C00}"/>
              </a:ext>
            </a:extLst>
          </p:cNvPr>
          <p:cNvSpPr>
            <a:spLocks noGrp="1"/>
          </p:cNvSpPr>
          <p:nvPr>
            <p:ph type="ftr" sz="quarter" idx="11"/>
          </p:nvPr>
        </p:nvSpPr>
        <p:spPr/>
        <p:txBody>
          <a:bodyPr/>
          <a:lstStyle/>
          <a:p>
            <a:r>
              <a:rPr lang="en-IN" sz="800" dirty="0"/>
              <a:t>TCS confidential</a:t>
            </a:r>
          </a:p>
        </p:txBody>
      </p:sp>
      <p:sp>
        <p:nvSpPr>
          <p:cNvPr id="4" name="Slide Number Placeholder 3">
            <a:extLst>
              <a:ext uri="{FF2B5EF4-FFF2-40B4-BE49-F238E27FC236}">
                <a16:creationId xmlns:a16="http://schemas.microsoft.com/office/drawing/2014/main" id="{96DFB512-2CA5-A7AC-290E-B3DBF5E6977D}"/>
              </a:ext>
            </a:extLst>
          </p:cNvPr>
          <p:cNvSpPr>
            <a:spLocks noGrp="1"/>
          </p:cNvSpPr>
          <p:nvPr>
            <p:ph type="sldNum" sz="quarter" idx="12"/>
          </p:nvPr>
        </p:nvSpPr>
        <p:spPr/>
        <p:txBody>
          <a:bodyPr/>
          <a:lstStyle/>
          <a:p>
            <a:fld id="{662A0901-ACEF-4BE9-9C8C-C119B421173E}" type="slidenum">
              <a:rPr lang="en-IN" sz="800" smtClean="0"/>
              <a:t>11</a:t>
            </a:fld>
            <a:endParaRPr lang="en-IN" sz="800" dirty="0"/>
          </a:p>
        </p:txBody>
      </p:sp>
      <p:sp>
        <p:nvSpPr>
          <p:cNvPr id="900" name="V900"/>
          <p:cNvSpPr/>
          <p:nvPr/>
        </p:nvSpPr>
        <p:spPr>
          <a:xfrm>
            <a:off x="304800" y="584201"/>
            <a:ext cx="3175000" cy="177800"/>
          </a:xfrm>
          <a:prstGeom prst="rect">
            <a:avLst/>
          </a:prstGeom>
          <a:noFill/>
          <a:ln w="0">
            <a:noFill/>
          </a:ln>
        </p:spPr>
        <p:txBody>
          <a:bodyPr wrap="square" lIns="54000" tIns="27000" rIns="54000" bIns="27000" anchor="ctr"/>
          <a:lstStyle/>
          <a:p>
            <a:pPr algn="l"/>
            <a:r>
              <a:rPr lang="en-US" sz="1050" b="1" dirty="0">
                <a:solidFill>
                  <a:srgbClr val="2B5A94"/>
                </a:solidFill>
              </a:rPr>
              <a:t>QUANTIFIED BUSINESS BENEFITS</a:t>
            </a:r>
          </a:p>
        </p:txBody>
      </p:sp>
      <p:sp>
        <p:nvSpPr>
          <p:cNvPr id="901" name="V901"/>
          <p:cNvSpPr/>
          <p:nvPr/>
        </p:nvSpPr>
        <p:spPr>
          <a:xfrm>
            <a:off x="304800" y="812801"/>
            <a:ext cx="1358900" cy="635000"/>
          </a:xfrm>
          <a:prstGeom prst="roundRect">
            <a:avLst>
              <a:gd name="adj" fmla="val 8000"/>
            </a:avLst>
          </a:prstGeom>
          <a:solidFill>
            <a:srgbClr val="F0F0F0"/>
          </a:solidFill>
          <a:ln w="0">
            <a:noFill/>
          </a:ln>
        </p:spPr>
        <p:txBody>
          <a:bodyPr wrap="square" lIns="54000" tIns="27000" rIns="54000" bIns="27000" anchor="ctr"/>
          <a:lstStyle/>
          <a:p>
            <a:pPr algn="ctr"/>
            <a:r>
              <a:rPr lang="en-US" sz="2800" b="1" dirty="0">
                <a:solidFill>
                  <a:srgbClr val="B22A20"/>
                </a:solidFill>
              </a:rPr>
              <a:t>27</a:t>
            </a:r>
          </a:p>
          <a:p>
            <a:pPr algn="ctr"/>
            <a:r>
              <a:rPr lang="en-US" sz="900" dirty="0">
                <a:solidFill>
                  <a:srgbClr val="555555"/>
                </a:solidFill>
              </a:rPr>
              <a:t>High Risk
Identified</a:t>
            </a:r>
          </a:p>
        </p:txBody>
      </p:sp>
      <p:sp>
        <p:nvSpPr>
          <p:cNvPr id="902" name="V902"/>
          <p:cNvSpPr/>
          <p:nvPr/>
        </p:nvSpPr>
        <p:spPr>
          <a:xfrm>
            <a:off x="355600" y="812801"/>
            <a:ext cx="1257300" cy="38100"/>
          </a:xfrm>
          <a:prstGeom prst="rect">
            <a:avLst/>
          </a:prstGeom>
          <a:solidFill>
            <a:srgbClr val="B22A20"/>
          </a:solidFill>
          <a:ln w="0">
            <a:noFill/>
          </a:ln>
        </p:spPr>
        <p:txBody>
          <a:bodyPr wrap="square" lIns="54000" tIns="27000" rIns="54000" bIns="27000" anchor="t"/>
          <a:lstStyle/>
          <a:p>
            <a:endParaRPr lang="en-US" sz="1050"/>
          </a:p>
        </p:txBody>
      </p:sp>
      <p:sp>
        <p:nvSpPr>
          <p:cNvPr id="903" name="V903"/>
          <p:cNvSpPr/>
          <p:nvPr/>
        </p:nvSpPr>
        <p:spPr>
          <a:xfrm>
            <a:off x="1739900" y="812801"/>
            <a:ext cx="1358900" cy="635000"/>
          </a:xfrm>
          <a:prstGeom prst="roundRect">
            <a:avLst>
              <a:gd name="adj" fmla="val 8000"/>
            </a:avLst>
          </a:prstGeom>
          <a:solidFill>
            <a:srgbClr val="F0F0F0"/>
          </a:solidFill>
          <a:ln w="0">
            <a:noFill/>
          </a:ln>
        </p:spPr>
        <p:txBody>
          <a:bodyPr wrap="square" lIns="54000" tIns="27000" rIns="54000" bIns="27000" anchor="ctr"/>
          <a:lstStyle/>
          <a:p>
            <a:pPr algn="ctr"/>
            <a:r>
              <a:rPr lang="en-US" sz="2800" b="1" dirty="0">
                <a:solidFill>
                  <a:srgbClr val="B5431E"/>
                </a:solidFill>
              </a:rPr>
              <a:t>31</a:t>
            </a:r>
          </a:p>
          <a:p>
            <a:pPr algn="ctr"/>
            <a:r>
              <a:rPr lang="en-US" sz="900" dirty="0">
                <a:solidFill>
                  <a:srgbClr val="555555"/>
                </a:solidFill>
              </a:rPr>
              <a:t>Silent Risk
Detected</a:t>
            </a:r>
          </a:p>
        </p:txBody>
      </p:sp>
      <p:sp>
        <p:nvSpPr>
          <p:cNvPr id="904" name="V904"/>
          <p:cNvSpPr/>
          <p:nvPr/>
        </p:nvSpPr>
        <p:spPr>
          <a:xfrm>
            <a:off x="1790700" y="812801"/>
            <a:ext cx="1257300" cy="38100"/>
          </a:xfrm>
          <a:prstGeom prst="rect">
            <a:avLst/>
          </a:prstGeom>
          <a:solidFill>
            <a:srgbClr val="B5431E"/>
          </a:solidFill>
          <a:ln w="0">
            <a:noFill/>
          </a:ln>
        </p:spPr>
        <p:txBody>
          <a:bodyPr wrap="square" lIns="54000" tIns="27000" rIns="54000" bIns="27000" anchor="t"/>
          <a:lstStyle/>
          <a:p>
            <a:endParaRPr lang="en-US" sz="1050"/>
          </a:p>
        </p:txBody>
      </p:sp>
      <p:sp>
        <p:nvSpPr>
          <p:cNvPr id="905" name="V905"/>
          <p:cNvSpPr/>
          <p:nvPr/>
        </p:nvSpPr>
        <p:spPr>
          <a:xfrm>
            <a:off x="3175000" y="812801"/>
            <a:ext cx="1358900" cy="635000"/>
          </a:xfrm>
          <a:prstGeom prst="roundRect">
            <a:avLst>
              <a:gd name="adj" fmla="val 8000"/>
            </a:avLst>
          </a:prstGeom>
          <a:solidFill>
            <a:srgbClr val="F0F0F0"/>
          </a:solidFill>
          <a:ln w="0">
            <a:noFill/>
          </a:ln>
        </p:spPr>
        <p:txBody>
          <a:bodyPr wrap="square" lIns="54000" tIns="27000" rIns="54000" bIns="27000" anchor="ctr"/>
          <a:lstStyle/>
          <a:p>
            <a:pPr algn="ctr"/>
            <a:r>
              <a:rPr lang="en-US" sz="2800" b="1" dirty="0">
                <a:solidFill>
                  <a:srgbClr val="8B5E00"/>
                </a:solidFill>
              </a:rPr>
              <a:t>11</a:t>
            </a:r>
          </a:p>
          <a:p>
            <a:pPr algn="ctr"/>
            <a:r>
              <a:rPr lang="en-US" sz="900" dirty="0">
                <a:solidFill>
                  <a:srgbClr val="555555"/>
                </a:solidFill>
              </a:rPr>
              <a:t>Anomalies
Flagged</a:t>
            </a:r>
          </a:p>
        </p:txBody>
      </p:sp>
      <p:sp>
        <p:nvSpPr>
          <p:cNvPr id="906" name="V906"/>
          <p:cNvSpPr/>
          <p:nvPr/>
        </p:nvSpPr>
        <p:spPr>
          <a:xfrm>
            <a:off x="3225800" y="812801"/>
            <a:ext cx="1257300" cy="38100"/>
          </a:xfrm>
          <a:prstGeom prst="rect">
            <a:avLst/>
          </a:prstGeom>
          <a:solidFill>
            <a:srgbClr val="8B5E00"/>
          </a:solidFill>
          <a:ln w="0">
            <a:noFill/>
          </a:ln>
        </p:spPr>
        <p:txBody>
          <a:bodyPr wrap="square" lIns="54000" tIns="27000" rIns="54000" bIns="27000" anchor="t"/>
          <a:lstStyle/>
          <a:p>
            <a:endParaRPr lang="en-US" sz="1050"/>
          </a:p>
        </p:txBody>
      </p:sp>
      <p:sp>
        <p:nvSpPr>
          <p:cNvPr id="907" name="V907"/>
          <p:cNvSpPr/>
          <p:nvPr/>
        </p:nvSpPr>
        <p:spPr>
          <a:xfrm>
            <a:off x="4610100" y="812801"/>
            <a:ext cx="1358900" cy="635000"/>
          </a:xfrm>
          <a:prstGeom prst="roundRect">
            <a:avLst>
              <a:gd name="adj" fmla="val 8000"/>
            </a:avLst>
          </a:prstGeom>
          <a:solidFill>
            <a:srgbClr val="F0F0F0"/>
          </a:solidFill>
          <a:ln w="0">
            <a:noFill/>
          </a:ln>
        </p:spPr>
        <p:txBody>
          <a:bodyPr wrap="square" lIns="54000" tIns="27000" rIns="54000" bIns="27000" anchor="ctr"/>
          <a:lstStyle/>
          <a:p>
            <a:pPr algn="ctr"/>
            <a:r>
              <a:rPr lang="en-US" sz="2800" b="1" dirty="0">
                <a:solidFill>
                  <a:srgbClr val="2B5A94"/>
                </a:solidFill>
              </a:rPr>
              <a:t>400</a:t>
            </a:r>
          </a:p>
          <a:p>
            <a:pPr algn="ctr"/>
            <a:r>
              <a:rPr lang="en-US" sz="900" dirty="0">
                <a:solidFill>
                  <a:srgbClr val="555555"/>
                </a:solidFill>
              </a:rPr>
              <a:t>LLM
Summaries</a:t>
            </a:r>
          </a:p>
        </p:txBody>
      </p:sp>
      <p:sp>
        <p:nvSpPr>
          <p:cNvPr id="908" name="V908"/>
          <p:cNvSpPr/>
          <p:nvPr/>
        </p:nvSpPr>
        <p:spPr>
          <a:xfrm>
            <a:off x="4660900" y="812801"/>
            <a:ext cx="1257300" cy="38100"/>
          </a:xfrm>
          <a:prstGeom prst="rect">
            <a:avLst/>
          </a:prstGeom>
          <a:solidFill>
            <a:srgbClr val="2B5A94"/>
          </a:solidFill>
          <a:ln w="0">
            <a:noFill/>
          </a:ln>
        </p:spPr>
        <p:txBody>
          <a:bodyPr wrap="square" lIns="54000" tIns="27000" rIns="54000" bIns="27000" anchor="t"/>
          <a:lstStyle/>
          <a:p>
            <a:endParaRPr lang="en-US" sz="1050"/>
          </a:p>
        </p:txBody>
      </p:sp>
      <p:sp>
        <p:nvSpPr>
          <p:cNvPr id="909" name="V909"/>
          <p:cNvSpPr/>
          <p:nvPr/>
        </p:nvSpPr>
        <p:spPr>
          <a:xfrm>
            <a:off x="6045200" y="812801"/>
            <a:ext cx="1358900" cy="635000"/>
          </a:xfrm>
          <a:prstGeom prst="roundRect">
            <a:avLst>
              <a:gd name="adj" fmla="val 8000"/>
            </a:avLst>
          </a:prstGeom>
          <a:solidFill>
            <a:srgbClr val="F0F0F0"/>
          </a:solidFill>
          <a:ln w="0">
            <a:noFill/>
          </a:ln>
        </p:spPr>
        <p:txBody>
          <a:bodyPr wrap="square" lIns="54000" tIns="27000" rIns="54000" bIns="27000" anchor="ctr"/>
          <a:lstStyle/>
          <a:p>
            <a:pPr algn="ctr"/>
            <a:r>
              <a:rPr lang="en-US" sz="2800" b="1" dirty="0">
                <a:solidFill>
                  <a:srgbClr val="388031"/>
                </a:solidFill>
              </a:rPr>
              <a:t>2.88s</a:t>
            </a:r>
          </a:p>
          <a:p>
            <a:pPr algn="ctr"/>
            <a:r>
              <a:rPr lang="en-US" sz="900" dirty="0">
                <a:solidFill>
                  <a:srgbClr val="555555"/>
                </a:solidFill>
              </a:rPr>
              <a:t>Avg Inference
Time</a:t>
            </a:r>
          </a:p>
        </p:txBody>
      </p:sp>
      <p:sp>
        <p:nvSpPr>
          <p:cNvPr id="910" name="V910"/>
          <p:cNvSpPr/>
          <p:nvPr/>
        </p:nvSpPr>
        <p:spPr>
          <a:xfrm>
            <a:off x="6096000" y="812801"/>
            <a:ext cx="1257300" cy="38100"/>
          </a:xfrm>
          <a:prstGeom prst="rect">
            <a:avLst/>
          </a:prstGeom>
          <a:solidFill>
            <a:srgbClr val="388031"/>
          </a:solidFill>
          <a:ln w="0">
            <a:noFill/>
          </a:ln>
        </p:spPr>
        <p:txBody>
          <a:bodyPr wrap="square" lIns="54000" tIns="27000" rIns="54000" bIns="27000" anchor="t"/>
          <a:lstStyle/>
          <a:p>
            <a:endParaRPr lang="en-US" sz="1050"/>
          </a:p>
        </p:txBody>
      </p:sp>
      <p:sp>
        <p:nvSpPr>
          <p:cNvPr id="911" name="V911"/>
          <p:cNvSpPr/>
          <p:nvPr/>
        </p:nvSpPr>
        <p:spPr>
          <a:xfrm>
            <a:off x="7480300" y="812801"/>
            <a:ext cx="1358900" cy="635000"/>
          </a:xfrm>
          <a:prstGeom prst="roundRect">
            <a:avLst>
              <a:gd name="adj" fmla="val 8000"/>
            </a:avLst>
          </a:prstGeom>
          <a:solidFill>
            <a:srgbClr val="F0F0F0"/>
          </a:solidFill>
          <a:ln w="0">
            <a:noFill/>
          </a:ln>
        </p:spPr>
        <p:txBody>
          <a:bodyPr wrap="square" lIns="54000" tIns="27000" rIns="54000" bIns="27000" anchor="ctr"/>
          <a:lstStyle/>
          <a:p>
            <a:pPr algn="ctr"/>
            <a:r>
              <a:rPr lang="en-US" sz="2800" b="1" dirty="0">
                <a:solidFill>
                  <a:srgbClr val="555555"/>
                </a:solidFill>
              </a:rPr>
              <a:t>1</a:t>
            </a:r>
          </a:p>
          <a:p>
            <a:pPr algn="ctr"/>
            <a:r>
              <a:rPr lang="en-US" sz="900" dirty="0">
                <a:solidFill>
                  <a:srgbClr val="555555"/>
                </a:solidFill>
              </a:rPr>
              <a:t>Streamlit
Dashboard</a:t>
            </a:r>
          </a:p>
        </p:txBody>
      </p:sp>
      <p:sp>
        <p:nvSpPr>
          <p:cNvPr id="912" name="V912"/>
          <p:cNvSpPr/>
          <p:nvPr/>
        </p:nvSpPr>
        <p:spPr>
          <a:xfrm>
            <a:off x="7531100" y="812801"/>
            <a:ext cx="1257300" cy="38100"/>
          </a:xfrm>
          <a:prstGeom prst="rect">
            <a:avLst/>
          </a:prstGeom>
          <a:solidFill>
            <a:srgbClr val="555555"/>
          </a:solidFill>
          <a:ln w="0">
            <a:noFill/>
          </a:ln>
        </p:spPr>
        <p:txBody>
          <a:bodyPr wrap="square" lIns="54000" tIns="27000" rIns="54000" bIns="27000" anchor="t"/>
          <a:lstStyle/>
          <a:p>
            <a:endParaRPr lang="en-US" sz="1050"/>
          </a:p>
        </p:txBody>
      </p:sp>
      <p:sp>
        <p:nvSpPr>
          <p:cNvPr id="913" name="V913"/>
          <p:cNvSpPr/>
          <p:nvPr/>
        </p:nvSpPr>
        <p:spPr>
          <a:xfrm>
            <a:off x="304800" y="1625601"/>
            <a:ext cx="2760133" cy="2984500"/>
          </a:xfrm>
          <a:prstGeom prst="roundRect">
            <a:avLst>
              <a:gd name="adj" fmla="val 8000"/>
            </a:avLst>
          </a:prstGeom>
          <a:solidFill>
            <a:srgbClr val="F0F0F0"/>
          </a:solidFill>
          <a:ln w="0">
            <a:noFill/>
          </a:ln>
        </p:spPr>
        <p:txBody>
          <a:bodyPr wrap="square" lIns="54000" tIns="27000" rIns="54000" bIns="27000" anchor="t"/>
          <a:lstStyle/>
          <a:p>
            <a:endParaRPr lang="en-US" sz="1050"/>
          </a:p>
        </p:txBody>
      </p:sp>
      <p:sp>
        <p:nvSpPr>
          <p:cNvPr id="914" name="V914"/>
          <p:cNvSpPr/>
          <p:nvPr/>
        </p:nvSpPr>
        <p:spPr>
          <a:xfrm>
            <a:off x="355600" y="1625601"/>
            <a:ext cx="2658533" cy="38100"/>
          </a:xfrm>
          <a:prstGeom prst="rect">
            <a:avLst/>
          </a:prstGeom>
          <a:solidFill>
            <a:srgbClr val="388031"/>
          </a:solidFill>
          <a:ln w="0">
            <a:noFill/>
          </a:ln>
        </p:spPr>
        <p:txBody>
          <a:bodyPr wrap="square" lIns="54000" tIns="27000" rIns="54000" bIns="27000" anchor="t"/>
          <a:lstStyle/>
          <a:p>
            <a:endParaRPr lang="en-US" sz="1050"/>
          </a:p>
        </p:txBody>
      </p:sp>
      <p:sp>
        <p:nvSpPr>
          <p:cNvPr id="915" name="V915"/>
          <p:cNvSpPr/>
          <p:nvPr/>
        </p:nvSpPr>
        <p:spPr>
          <a:xfrm>
            <a:off x="406400" y="1727201"/>
            <a:ext cx="2556933" cy="203200"/>
          </a:xfrm>
          <a:prstGeom prst="rect">
            <a:avLst/>
          </a:prstGeom>
          <a:noFill/>
          <a:ln w="0">
            <a:noFill/>
          </a:ln>
        </p:spPr>
        <p:txBody>
          <a:bodyPr wrap="square" lIns="54000" tIns="27000" rIns="54000" bIns="27000" anchor="ctr"/>
          <a:lstStyle/>
          <a:p>
            <a:pPr algn="l"/>
            <a:r>
              <a:rPr lang="en-US" sz="1200" b="1" dirty="0">
                <a:solidFill>
                  <a:srgbClr val="388031"/>
                </a:solidFill>
              </a:rPr>
              <a:t>Key Learnings</a:t>
            </a:r>
          </a:p>
        </p:txBody>
      </p:sp>
      <p:sp>
        <p:nvSpPr>
          <p:cNvPr id="916" name="V916"/>
          <p:cNvSpPr/>
          <p:nvPr/>
        </p:nvSpPr>
        <p:spPr>
          <a:xfrm>
            <a:off x="355600" y="1968501"/>
            <a:ext cx="2658533" cy="12700"/>
          </a:xfrm>
          <a:prstGeom prst="rect">
            <a:avLst/>
          </a:prstGeom>
          <a:solidFill>
            <a:srgbClr val="CCCCCC"/>
          </a:solidFill>
          <a:ln w="0">
            <a:noFill/>
          </a:ln>
        </p:spPr>
        <p:txBody>
          <a:bodyPr wrap="square" lIns="54000" tIns="27000" rIns="54000" bIns="27000" anchor="t"/>
          <a:lstStyle/>
          <a:p>
            <a:endParaRPr lang="en-US" sz="1050"/>
          </a:p>
        </p:txBody>
      </p:sp>
      <p:sp>
        <p:nvSpPr>
          <p:cNvPr id="917" name="V917"/>
          <p:cNvSpPr/>
          <p:nvPr/>
        </p:nvSpPr>
        <p:spPr>
          <a:xfrm>
            <a:off x="406400" y="2032001"/>
            <a:ext cx="2556933" cy="2451100"/>
          </a:xfrm>
          <a:prstGeom prst="rect">
            <a:avLst/>
          </a:prstGeom>
          <a:noFill/>
          <a:ln w="0">
            <a:noFill/>
          </a:ln>
        </p:spPr>
        <p:txBody>
          <a:bodyPr wrap="square" lIns="54000" tIns="27000" rIns="54000" bIns="27000" anchor="t"/>
          <a:lstStyle/>
          <a:p>
            <a:pPr algn="l">
              <a:lnSpc>
                <a:spcPts val="1200"/>
              </a:lnSpc>
              <a:buFont typeface="Arial"/>
              <a:buChar char="•"/>
            </a:pPr>
            <a:r>
              <a:rPr lang="en-US" sz="1050" dirty="0">
                <a:solidFill>
                  <a:srgbClr val="333333"/>
                </a:solidFill>
              </a:rPr>
              <a:t>Combining structured + unstructured data produces richer risk signals</a:t>
            </a:r>
          </a:p>
          <a:p>
            <a:pPr algn="l">
              <a:lnSpc>
                <a:spcPts val="1200"/>
              </a:lnSpc>
              <a:buFont typeface="Arial"/>
              <a:buChar char="•"/>
            </a:pPr>
            <a:r>
              <a:rPr lang="en-US" sz="1050" dirty="0">
                <a:solidFill>
                  <a:srgbClr val="333333"/>
                </a:solidFill>
              </a:rPr>
              <a:t>Silent risk via embeddings is more powerful than dx code matching alone</a:t>
            </a:r>
          </a:p>
          <a:p>
            <a:pPr algn="l">
              <a:lnSpc>
                <a:spcPts val="1200"/>
              </a:lnSpc>
              <a:buFont typeface="Arial"/>
              <a:buChar char="•"/>
            </a:pPr>
            <a:r>
              <a:rPr lang="en-US" sz="1050" dirty="0">
                <a:solidFill>
                  <a:srgbClr val="333333"/>
                </a:solidFill>
              </a:rPr>
              <a:t>PII validation should be evidence-based: full dataset scan, not assumption</a:t>
            </a:r>
          </a:p>
          <a:p>
            <a:pPr algn="l">
              <a:lnSpc>
                <a:spcPts val="1200"/>
              </a:lnSpc>
              <a:buFont typeface="Arial"/>
              <a:buChar char="•"/>
            </a:pPr>
            <a:r>
              <a:rPr lang="en-US" sz="1050" dirty="0">
                <a:solidFill>
                  <a:srgbClr val="333333"/>
                </a:solidFill>
              </a:rPr>
              <a:t>LLM summaries for all patients ensures no borderline case is missed</a:t>
            </a:r>
          </a:p>
        </p:txBody>
      </p:sp>
      <p:sp>
        <p:nvSpPr>
          <p:cNvPr id="918" name="V918"/>
          <p:cNvSpPr/>
          <p:nvPr/>
        </p:nvSpPr>
        <p:spPr>
          <a:xfrm>
            <a:off x="3191933" y="1625601"/>
            <a:ext cx="2760133" cy="2984500"/>
          </a:xfrm>
          <a:prstGeom prst="roundRect">
            <a:avLst>
              <a:gd name="adj" fmla="val 8000"/>
            </a:avLst>
          </a:prstGeom>
          <a:solidFill>
            <a:srgbClr val="F0F0F0"/>
          </a:solidFill>
          <a:ln w="0">
            <a:noFill/>
          </a:ln>
        </p:spPr>
        <p:txBody>
          <a:bodyPr wrap="square" lIns="54000" tIns="27000" rIns="54000" bIns="27000" anchor="t"/>
          <a:lstStyle/>
          <a:p>
            <a:endParaRPr lang="en-US" sz="1050"/>
          </a:p>
        </p:txBody>
      </p:sp>
      <p:sp>
        <p:nvSpPr>
          <p:cNvPr id="919" name="V919"/>
          <p:cNvSpPr/>
          <p:nvPr/>
        </p:nvSpPr>
        <p:spPr>
          <a:xfrm>
            <a:off x="3242733" y="1625601"/>
            <a:ext cx="2658533" cy="38100"/>
          </a:xfrm>
          <a:prstGeom prst="rect">
            <a:avLst/>
          </a:prstGeom>
          <a:solidFill>
            <a:srgbClr val="B22A20"/>
          </a:solidFill>
          <a:ln w="0">
            <a:noFill/>
          </a:ln>
        </p:spPr>
        <p:txBody>
          <a:bodyPr wrap="square" lIns="54000" tIns="27000" rIns="54000" bIns="27000" anchor="t"/>
          <a:lstStyle/>
          <a:p>
            <a:endParaRPr lang="en-US" sz="1050"/>
          </a:p>
        </p:txBody>
      </p:sp>
      <p:sp>
        <p:nvSpPr>
          <p:cNvPr id="920" name="V920"/>
          <p:cNvSpPr/>
          <p:nvPr/>
        </p:nvSpPr>
        <p:spPr>
          <a:xfrm>
            <a:off x="3293533" y="1727201"/>
            <a:ext cx="2556933" cy="203200"/>
          </a:xfrm>
          <a:prstGeom prst="rect">
            <a:avLst/>
          </a:prstGeom>
          <a:noFill/>
          <a:ln w="0">
            <a:noFill/>
          </a:ln>
        </p:spPr>
        <p:txBody>
          <a:bodyPr wrap="square" lIns="54000" tIns="27000" rIns="54000" bIns="27000" anchor="ctr"/>
          <a:lstStyle/>
          <a:p>
            <a:pPr algn="l"/>
            <a:r>
              <a:rPr lang="en-US" sz="1200" b="1" dirty="0">
                <a:solidFill>
                  <a:srgbClr val="B22A20"/>
                </a:solidFill>
              </a:rPr>
              <a:t>Limitations</a:t>
            </a:r>
          </a:p>
        </p:txBody>
      </p:sp>
      <p:sp>
        <p:nvSpPr>
          <p:cNvPr id="921" name="V921"/>
          <p:cNvSpPr/>
          <p:nvPr/>
        </p:nvSpPr>
        <p:spPr>
          <a:xfrm>
            <a:off x="3242733" y="1968501"/>
            <a:ext cx="2658533" cy="12700"/>
          </a:xfrm>
          <a:prstGeom prst="rect">
            <a:avLst/>
          </a:prstGeom>
          <a:solidFill>
            <a:srgbClr val="CCCCCC"/>
          </a:solidFill>
          <a:ln w="0">
            <a:noFill/>
          </a:ln>
        </p:spPr>
        <p:txBody>
          <a:bodyPr wrap="square" lIns="54000" tIns="27000" rIns="54000" bIns="27000" anchor="t"/>
          <a:lstStyle/>
          <a:p>
            <a:endParaRPr lang="en-US" sz="1050"/>
          </a:p>
        </p:txBody>
      </p:sp>
      <p:sp>
        <p:nvSpPr>
          <p:cNvPr id="922" name="V922"/>
          <p:cNvSpPr/>
          <p:nvPr/>
        </p:nvSpPr>
        <p:spPr>
          <a:xfrm>
            <a:off x="3293533" y="2032001"/>
            <a:ext cx="2556933" cy="2451100"/>
          </a:xfrm>
          <a:prstGeom prst="rect">
            <a:avLst/>
          </a:prstGeom>
          <a:noFill/>
          <a:ln w="0">
            <a:noFill/>
          </a:ln>
        </p:spPr>
        <p:txBody>
          <a:bodyPr wrap="square" lIns="54000" tIns="27000" rIns="54000" bIns="27000" anchor="t"/>
          <a:lstStyle/>
          <a:p>
            <a:pPr algn="l">
              <a:lnSpc>
                <a:spcPts val="1200"/>
              </a:lnSpc>
              <a:buFont typeface="Arial"/>
              <a:buChar char="•"/>
            </a:pPr>
            <a:r>
              <a:rPr lang="en-US" sz="1050" dirty="0">
                <a:solidFill>
                  <a:srgbClr val="333333"/>
                </a:solidFill>
              </a:rPr>
              <a:t>No labeled outcome data — risk scores are rule-based, not learned from actual health events</a:t>
            </a:r>
          </a:p>
          <a:p>
            <a:pPr algn="l">
              <a:lnSpc>
                <a:spcPts val="1200"/>
              </a:lnSpc>
              <a:buFont typeface="Arial"/>
              <a:buChar char="•"/>
            </a:pPr>
            <a:r>
              <a:rPr lang="en-US" sz="1050" dirty="0">
                <a:solidFill>
                  <a:srgbClr val="333333"/>
                </a:solidFill>
              </a:rPr>
              <a:t>Silent risk threshold (0.60) may miss borderline LOW risk patients</a:t>
            </a:r>
          </a:p>
          <a:p>
            <a:pPr algn="l">
              <a:lnSpc>
                <a:spcPts val="1200"/>
              </a:lnSpc>
              <a:buFont typeface="Arial"/>
              <a:buChar char="•"/>
            </a:pPr>
            <a:r>
              <a:rPr lang="en-US" sz="1050" dirty="0">
                <a:solidFill>
                  <a:srgbClr val="333333"/>
                </a:solidFill>
              </a:rPr>
              <a:t>Model confidence unavailable — logprobs not supported on Groq</a:t>
            </a:r>
          </a:p>
        </p:txBody>
      </p:sp>
      <p:sp>
        <p:nvSpPr>
          <p:cNvPr id="923" name="V923"/>
          <p:cNvSpPr/>
          <p:nvPr/>
        </p:nvSpPr>
        <p:spPr>
          <a:xfrm>
            <a:off x="6079067" y="1625601"/>
            <a:ext cx="2760133" cy="2984500"/>
          </a:xfrm>
          <a:prstGeom prst="roundRect">
            <a:avLst>
              <a:gd name="adj" fmla="val 8000"/>
            </a:avLst>
          </a:prstGeom>
          <a:solidFill>
            <a:srgbClr val="F0F0F0"/>
          </a:solidFill>
          <a:ln w="0">
            <a:noFill/>
          </a:ln>
        </p:spPr>
        <p:txBody>
          <a:bodyPr wrap="square" lIns="54000" tIns="27000" rIns="54000" bIns="27000" anchor="t"/>
          <a:lstStyle/>
          <a:p>
            <a:endParaRPr lang="en-US" sz="1050"/>
          </a:p>
        </p:txBody>
      </p:sp>
      <p:sp>
        <p:nvSpPr>
          <p:cNvPr id="924" name="V924"/>
          <p:cNvSpPr/>
          <p:nvPr/>
        </p:nvSpPr>
        <p:spPr>
          <a:xfrm>
            <a:off x="6129867" y="1625601"/>
            <a:ext cx="2658533" cy="38100"/>
          </a:xfrm>
          <a:prstGeom prst="rect">
            <a:avLst/>
          </a:prstGeom>
          <a:solidFill>
            <a:srgbClr val="2B5A94"/>
          </a:solidFill>
          <a:ln w="0">
            <a:noFill/>
          </a:ln>
        </p:spPr>
        <p:txBody>
          <a:bodyPr wrap="square" lIns="54000" tIns="27000" rIns="54000" bIns="27000" anchor="t"/>
          <a:lstStyle/>
          <a:p>
            <a:endParaRPr lang="en-US" sz="1050"/>
          </a:p>
        </p:txBody>
      </p:sp>
      <p:sp>
        <p:nvSpPr>
          <p:cNvPr id="925" name="V925"/>
          <p:cNvSpPr/>
          <p:nvPr/>
        </p:nvSpPr>
        <p:spPr>
          <a:xfrm>
            <a:off x="6180667" y="1727201"/>
            <a:ext cx="2556933" cy="203200"/>
          </a:xfrm>
          <a:prstGeom prst="rect">
            <a:avLst/>
          </a:prstGeom>
          <a:noFill/>
          <a:ln w="0">
            <a:noFill/>
          </a:ln>
        </p:spPr>
        <p:txBody>
          <a:bodyPr wrap="square" lIns="54000" tIns="27000" rIns="54000" bIns="27000" anchor="ctr"/>
          <a:lstStyle/>
          <a:p>
            <a:pPr algn="l"/>
            <a:r>
              <a:rPr lang="en-US" sz="1200" b="1" dirty="0">
                <a:solidFill>
                  <a:srgbClr val="2B5A94"/>
                </a:solidFill>
              </a:rPr>
              <a:t>Future Enhancements</a:t>
            </a:r>
          </a:p>
        </p:txBody>
      </p:sp>
      <p:sp>
        <p:nvSpPr>
          <p:cNvPr id="926" name="V926"/>
          <p:cNvSpPr/>
          <p:nvPr/>
        </p:nvSpPr>
        <p:spPr>
          <a:xfrm>
            <a:off x="6129867" y="1968501"/>
            <a:ext cx="2658533" cy="12700"/>
          </a:xfrm>
          <a:prstGeom prst="rect">
            <a:avLst/>
          </a:prstGeom>
          <a:solidFill>
            <a:srgbClr val="CCCCCC"/>
          </a:solidFill>
          <a:ln w="0">
            <a:noFill/>
          </a:ln>
        </p:spPr>
        <p:txBody>
          <a:bodyPr wrap="square" lIns="54000" tIns="27000" rIns="54000" bIns="27000" anchor="t"/>
          <a:lstStyle/>
          <a:p>
            <a:endParaRPr lang="en-US" sz="1050"/>
          </a:p>
        </p:txBody>
      </p:sp>
      <p:sp>
        <p:nvSpPr>
          <p:cNvPr id="927" name="V927"/>
          <p:cNvSpPr/>
          <p:nvPr/>
        </p:nvSpPr>
        <p:spPr>
          <a:xfrm>
            <a:off x="6180667" y="2032001"/>
            <a:ext cx="2556933" cy="2451100"/>
          </a:xfrm>
          <a:prstGeom prst="rect">
            <a:avLst/>
          </a:prstGeom>
          <a:noFill/>
          <a:ln w="0">
            <a:noFill/>
          </a:ln>
        </p:spPr>
        <p:txBody>
          <a:bodyPr wrap="square" lIns="54000" tIns="27000" rIns="54000" bIns="27000" anchor="t"/>
          <a:lstStyle/>
          <a:p>
            <a:pPr algn="l">
              <a:lnSpc>
                <a:spcPts val="1200"/>
              </a:lnSpc>
              <a:buFont typeface="Arial"/>
              <a:buChar char="•"/>
            </a:pPr>
            <a:r>
              <a:rPr lang="en-US" sz="1050" dirty="0">
                <a:solidFill>
                  <a:srgbClr val="333333"/>
                </a:solidFill>
              </a:rPr>
              <a:t>Collect labeled outcomes for LoRA/QLoRA fine-tuning</a:t>
            </a:r>
          </a:p>
          <a:p>
            <a:pPr algn="l">
              <a:lnSpc>
                <a:spcPts val="1200"/>
              </a:lnSpc>
              <a:buFont typeface="Arial"/>
              <a:buChar char="•"/>
            </a:pPr>
            <a:r>
              <a:rPr lang="en-US" sz="1050" dirty="0">
                <a:solidFill>
                  <a:srgbClr val="333333"/>
                </a:solidFill>
              </a:rPr>
              <a:t>Switch to llama-3.3-70b for logprob confidence scoring</a:t>
            </a:r>
          </a:p>
          <a:p>
            <a:pPr algn="l">
              <a:lnSpc>
                <a:spcPts val="1200"/>
              </a:lnSpc>
              <a:buFont typeface="Arial"/>
              <a:buChar char="•"/>
            </a:pPr>
            <a:r>
              <a:rPr lang="en-US" sz="1050" dirty="0">
                <a:solidFill>
                  <a:srgbClr val="333333"/>
                </a:solidFill>
              </a:rPr>
              <a:t>Microsoft Presidio for runtime PII scrubbing</a:t>
            </a:r>
          </a:p>
          <a:p>
            <a:pPr algn="l">
              <a:lnSpc>
                <a:spcPts val="1200"/>
              </a:lnSpc>
              <a:buFont typeface="Arial"/>
              <a:buChar char="•"/>
            </a:pPr>
            <a:r>
              <a:rPr lang="en-US" sz="1050" dirty="0">
                <a:solidFill>
                  <a:srgbClr val="333333"/>
                </a:solidFill>
              </a:rPr>
              <a:t>Feature-based silent risk detection (beyond threshold)</a:t>
            </a:r>
          </a:p>
          <a:p>
            <a:pPr algn="l">
              <a:lnSpc>
                <a:spcPts val="1200"/>
              </a:lnSpc>
              <a:buFont typeface="Arial"/>
              <a:buChar char="•"/>
            </a:pPr>
            <a:r>
              <a:rPr lang="en-US" sz="1050" dirty="0">
                <a:solidFill>
                  <a:srgbClr val="333333"/>
                </a:solidFill>
              </a:rPr>
              <a:t>Expand to life insurance underwriting domain</a:t>
            </a:r>
          </a:p>
          <a:p>
            <a:pPr algn="l">
              <a:lnSpc>
                <a:spcPts val="1200"/>
              </a:lnSpc>
              <a:buFont typeface="Arial"/>
              <a:buChar char="•"/>
            </a:pPr>
            <a:r>
              <a:rPr lang="en-US" sz="1050" dirty="0">
                <a:solidFill>
                  <a:srgbClr val="333333"/>
                </a:solidFill>
              </a:rPr>
              <a:t>Add clinical guidelines KB as RAG grounding source</a:t>
            </a:r>
          </a:p>
        </p:txBody>
      </p:sp>
    </p:spTree>
    <p:extLst>
      <p:ext uri="{BB962C8B-B14F-4D97-AF65-F5344CB8AC3E}">
        <p14:creationId xmlns:p14="http://schemas.microsoft.com/office/powerpoint/2010/main" val="840689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8FE88-9313-AAD6-CD94-5A7F2799A8B0}"/>
            </a:ext>
          </a:extLst>
        </p:cNvPr>
        <p:cNvGrpSpPr/>
        <p:nvPr/>
      </p:nvGrpSpPr>
      <p:grpSpPr>
        <a:xfrm>
          <a:off x="0" y="0"/>
          <a:ext cx="0" cy="0"/>
          <a:chOff x="0" y="0"/>
          <a:chExt cx="0" cy="0"/>
        </a:xfrm>
      </p:grpSpPr>
    </p:spTree>
    <p:extLst>
      <p:ext uri="{BB962C8B-B14F-4D97-AF65-F5344CB8AC3E}">
        <p14:creationId xmlns:p14="http://schemas.microsoft.com/office/powerpoint/2010/main" val="4281045118"/>
      </p:ext>
    </p:extLst>
  </p:cSld>
  <p:clrMapOvr>
    <a:masterClrMapping/>
  </p:clrMapOvr>
</p:sld>
</file>

<file path=ppt/theme/theme1.xml><?xml version="1.0" encoding="utf-8"?>
<a:theme xmlns:a="http://schemas.openxmlformats.org/drawingml/2006/main" name="Content Slide_White">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White">
      <a:srgbClr val="FFFFFF"/>
    </a:custClr>
    <a:custClr name="Black">
      <a:srgbClr val="000000"/>
    </a:custClr>
    <a:custClr name="Darker 2">
      <a:srgbClr val="2F4F76"/>
    </a:custClr>
    <a:custClr name="Darker 1">
      <a:srgbClr val="3E6A9D"/>
    </a:custClr>
    <a:custClr name="TCS Blue">
      <a:srgbClr val="4E84C4"/>
    </a:custClr>
    <a:custClr name="Lighter 1">
      <a:srgbClr val="719DD0"/>
    </a:custClr>
    <a:custClr name="Lighter 2">
      <a:srgbClr val="95B5DC"/>
    </a:custClr>
    <a:custClr name="Darker 2">
      <a:srgbClr val="326F2B"/>
    </a:custClr>
    <a:custClr name="Darker 1">
      <a:srgbClr val="43943A"/>
    </a:custClr>
    <a:custClr name="TCS Green">
      <a:srgbClr val="54B948"/>
    </a:custClr>
    <a:custClr name="Lighter 1">
      <a:srgbClr val="76C76D"/>
    </a:custClr>
    <a:custClr name="Lighter 2">
      <a:srgbClr val="98D591"/>
    </a:custClr>
    <a:custClr name="Darker 2">
      <a:srgbClr val="976A1A"/>
    </a:custClr>
    <a:custClr name="Darker 1">
      <a:srgbClr val="C98D2A"/>
    </a:custClr>
    <a:custClr name="TCS Yellow">
      <a:srgbClr val="FBB034"/>
    </a:custClr>
    <a:custClr name="Lighter 1">
      <a:srgbClr val="FCC05D"/>
    </a:custClr>
    <a:custClr name="Lighter 2">
      <a:srgbClr val="FDD085"/>
    </a:custClr>
    <a:custClr name="Darker 2">
      <a:srgbClr val="8F2720"/>
    </a:custClr>
    <a:custClr name="Darker 1">
      <a:srgbClr val="BF342A"/>
    </a:custClr>
    <a:custClr name="TCS Red">
      <a:srgbClr val="EF4135"/>
    </a:custClr>
    <a:custClr name="Lighter 1">
      <a:srgbClr val="F2675D"/>
    </a:custClr>
    <a:custClr name="Lighter 2">
      <a:srgbClr val="F58D86"/>
    </a:custClr>
    <a:custClr name="Darker 2">
      <a:srgbClr val="913619"/>
    </a:custClr>
    <a:custClr name="Darker 1">
      <a:srgbClr val="C14821"/>
    </a:custClr>
    <a:custClr name="TCS Orange">
      <a:srgbClr val="F15A29"/>
    </a:custClr>
    <a:custClr name="Lighter 1">
      <a:srgbClr val="F47B54"/>
    </a:custClr>
    <a:custClr name="Lighter 2">
      <a:srgbClr val="F79C7F"/>
    </a:custClr>
  </a:custClrLst>
  <a:extLst>
    <a:ext uri="{05A4C25C-085E-4340-85A3-A5531E510DB2}">
      <thm15:themeFamily xmlns:thm15="http://schemas.microsoft.com/office/thememl/2012/main" name="TCS_Company_Presentation_Template_Standard_16X9 2025" id="{4BAEE98A-CFE3-44DD-926E-3AB03471F7EE}" vid="{A7616F4E-4E3E-45F0-806C-A41E574CA80D}"/>
    </a:ext>
  </a:extLst>
</a:theme>
</file>

<file path=ppt/theme/theme2.xml><?xml version="1.0" encoding="utf-8"?>
<a:theme xmlns:a="http://schemas.openxmlformats.org/drawingml/2006/main" name="1_Content Slide_Black">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White">
      <a:srgbClr val="FFFFFF"/>
    </a:custClr>
    <a:custClr name="Black">
      <a:srgbClr val="000000"/>
    </a:custClr>
    <a:custClr name="Darker 2">
      <a:srgbClr val="2F4F76"/>
    </a:custClr>
    <a:custClr name="Darker 1">
      <a:srgbClr val="3E6A9D"/>
    </a:custClr>
    <a:custClr name="TCS Blue">
      <a:srgbClr val="4E84C4"/>
    </a:custClr>
    <a:custClr name="Lighter 1">
      <a:srgbClr val="719DD0"/>
    </a:custClr>
    <a:custClr name="Lighter 2">
      <a:srgbClr val="95B5DC"/>
    </a:custClr>
    <a:custClr name="Darker 2">
      <a:srgbClr val="326F2B"/>
    </a:custClr>
    <a:custClr name="Darker 1">
      <a:srgbClr val="43943A"/>
    </a:custClr>
    <a:custClr name="TCS Green">
      <a:srgbClr val="54B948"/>
    </a:custClr>
    <a:custClr name="Lighter 1">
      <a:srgbClr val="76C76D"/>
    </a:custClr>
    <a:custClr name="Lighter 2">
      <a:srgbClr val="98D591"/>
    </a:custClr>
    <a:custClr name="Darker 2">
      <a:srgbClr val="976A1A"/>
    </a:custClr>
    <a:custClr name="Darker 1">
      <a:srgbClr val="C98D2A"/>
    </a:custClr>
    <a:custClr name="TCS Yellow">
      <a:srgbClr val="FBB034"/>
    </a:custClr>
    <a:custClr name="Lighter 1">
      <a:srgbClr val="FCC05D"/>
    </a:custClr>
    <a:custClr name="Lighter 2">
      <a:srgbClr val="FDD085"/>
    </a:custClr>
    <a:custClr name="Darker 2">
      <a:srgbClr val="8F2720"/>
    </a:custClr>
    <a:custClr name="Darker 1">
      <a:srgbClr val="BF342A"/>
    </a:custClr>
    <a:custClr name="TCS Red">
      <a:srgbClr val="EF4135"/>
    </a:custClr>
    <a:custClr name="Lighter 1">
      <a:srgbClr val="F2675D"/>
    </a:custClr>
    <a:custClr name="Lighter 2">
      <a:srgbClr val="F58D86"/>
    </a:custClr>
    <a:custClr name="Darker 2">
      <a:srgbClr val="913619"/>
    </a:custClr>
    <a:custClr name="Darker 1">
      <a:srgbClr val="C14821"/>
    </a:custClr>
    <a:custClr name="TCS Orange">
      <a:srgbClr val="F15A29"/>
    </a:custClr>
    <a:custClr name="Lighter 1">
      <a:srgbClr val="F47B54"/>
    </a:custClr>
    <a:custClr name="Lighter 2">
      <a:srgbClr val="F79C7F"/>
    </a:custClr>
  </a:custClrLst>
  <a:extLst>
    <a:ext uri="{05A4C25C-085E-4340-85A3-A5531E510DB2}">
      <thm15:themeFamily xmlns:thm15="http://schemas.microsoft.com/office/thememl/2012/main" name="TCS_Company_Presentation_Template_Standard_16X9 2025" id="{4BAEE98A-CFE3-44DD-926E-3AB03471F7EE}" vid="{96F812DE-23DA-4F92-A5A0-9D9F30551A26}"/>
    </a:ext>
  </a:extLst>
</a:theme>
</file>

<file path=ppt/theme/theme3.xml><?xml version="1.0" encoding="utf-8"?>
<a:theme xmlns:a="http://schemas.openxmlformats.org/drawingml/2006/main" name="Blank Slide_Black">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03782"/>
        </a:solidFill>
        <a:ln>
          <a:noFill/>
        </a:ln>
      </a:spPr>
      <a:bodyPr rtlCol="0" anchor="ctr"/>
      <a:lstStyle>
        <a:defPPr algn="ctr">
          <a:defRPr sz="1600" dirty="0"/>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F0378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nchor="ctr" anchorCtr="0">
        <a:noAutofit/>
      </a:bodyPr>
      <a:lstStyle>
        <a:defPPr algn="ctr">
          <a:defRPr sz="1600" dirty="0">
            <a:solidFill>
              <a:schemeClr val="tx1"/>
            </a:solidFill>
          </a:defRPr>
        </a:defPPr>
      </a:lstStyle>
    </a:txDef>
  </a:objectDefaults>
  <a:extraClrSchemeLst/>
  <a:custClrLst>
    <a:custClr name="White">
      <a:srgbClr val="FFFFFF"/>
    </a:custClr>
    <a:custClr name="Black">
      <a:srgbClr val="000000"/>
    </a:custClr>
    <a:custClr name="Darker 2">
      <a:srgbClr val="2F4F76"/>
    </a:custClr>
    <a:custClr name="Darker 1">
      <a:srgbClr val="3E6A9D"/>
    </a:custClr>
    <a:custClr name="TCS Blue">
      <a:srgbClr val="4E84C4"/>
    </a:custClr>
    <a:custClr name="Lighter 1">
      <a:srgbClr val="719DD0"/>
    </a:custClr>
    <a:custClr name="Lighter 2">
      <a:srgbClr val="95B5DC"/>
    </a:custClr>
    <a:custClr name="Darker 2">
      <a:srgbClr val="326F2B"/>
    </a:custClr>
    <a:custClr name="Darker 1">
      <a:srgbClr val="43943A"/>
    </a:custClr>
    <a:custClr name="TCS Green">
      <a:srgbClr val="54B948"/>
    </a:custClr>
    <a:custClr name="Lighter 1">
      <a:srgbClr val="76C76D"/>
    </a:custClr>
    <a:custClr name="Lighter 2">
      <a:srgbClr val="98D591"/>
    </a:custClr>
    <a:custClr name="Darker 2">
      <a:srgbClr val="976A1A"/>
    </a:custClr>
    <a:custClr name="Darker 1">
      <a:srgbClr val="C98D2A"/>
    </a:custClr>
    <a:custClr name="TCS Yellow">
      <a:srgbClr val="FBB034"/>
    </a:custClr>
    <a:custClr name="Lighter 1">
      <a:srgbClr val="FCC05D"/>
    </a:custClr>
    <a:custClr name="Lighter 2">
      <a:srgbClr val="FDD085"/>
    </a:custClr>
    <a:custClr name="Darker 2">
      <a:srgbClr val="8F2720"/>
    </a:custClr>
    <a:custClr name="Darker 1">
      <a:srgbClr val="BF342A"/>
    </a:custClr>
    <a:custClr name="TCS Red">
      <a:srgbClr val="EF4135"/>
    </a:custClr>
    <a:custClr name="Lighter 1">
      <a:srgbClr val="F2675D"/>
    </a:custClr>
    <a:custClr name="Lighter 2">
      <a:srgbClr val="F58D86"/>
    </a:custClr>
    <a:custClr name="Darker 2">
      <a:srgbClr val="913619"/>
    </a:custClr>
    <a:custClr name="Darker 1">
      <a:srgbClr val="C14821"/>
    </a:custClr>
    <a:custClr name="TCS Orange">
      <a:srgbClr val="F15A29"/>
    </a:custClr>
    <a:custClr name="Lighter 1">
      <a:srgbClr val="F47B54"/>
    </a:custClr>
    <a:custClr name="Lighter 2">
      <a:srgbClr val="F79C7F"/>
    </a:custClr>
  </a:custClrLst>
  <a:extLst>
    <a:ext uri="{05A4C25C-085E-4340-85A3-A5531E510DB2}">
      <thm15:themeFamily xmlns:thm15="http://schemas.microsoft.com/office/thememl/2012/main" name="TCS_Company_Presentation_Template_Standard_16X9 2025" id="{4BAEE98A-CFE3-44DD-926E-3AB03471F7EE}" vid="{64339BEB-BBF5-42D0-96A3-896D810B01DE}"/>
    </a:ext>
  </a:extLst>
</a:theme>
</file>

<file path=ppt/theme/theme4.xml><?xml version="1.0" encoding="utf-8"?>
<a:theme xmlns:a="http://schemas.openxmlformats.org/drawingml/2006/main" name="Title Slide_Black Blue 1">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White">
      <a:srgbClr val="FFFFFF"/>
    </a:custClr>
    <a:custClr name="Black">
      <a:srgbClr val="000000"/>
    </a:custClr>
    <a:custClr name="Darker 2">
      <a:srgbClr val="2F4F76"/>
    </a:custClr>
    <a:custClr name="Darker 1">
      <a:srgbClr val="3E6A9D"/>
    </a:custClr>
    <a:custClr name="TCS Blue">
      <a:srgbClr val="4E84C4"/>
    </a:custClr>
    <a:custClr name="Lighter 1">
      <a:srgbClr val="719DD0"/>
    </a:custClr>
    <a:custClr name="Lighter 2">
      <a:srgbClr val="95B5DC"/>
    </a:custClr>
    <a:custClr name="Darker 2">
      <a:srgbClr val="326F2B"/>
    </a:custClr>
    <a:custClr name="Darker 1">
      <a:srgbClr val="43943A"/>
    </a:custClr>
    <a:custClr name="TCS Green">
      <a:srgbClr val="54B948"/>
    </a:custClr>
    <a:custClr name="Lighter 1">
      <a:srgbClr val="76C76D"/>
    </a:custClr>
    <a:custClr name="Lighter 2">
      <a:srgbClr val="98D591"/>
    </a:custClr>
    <a:custClr name="Darker 2">
      <a:srgbClr val="976A1A"/>
    </a:custClr>
    <a:custClr name="Darker 1">
      <a:srgbClr val="C98D2A"/>
    </a:custClr>
    <a:custClr name="TCS Yellow">
      <a:srgbClr val="FBB034"/>
    </a:custClr>
    <a:custClr name="Lighter 1">
      <a:srgbClr val="FCC05D"/>
    </a:custClr>
    <a:custClr name="Lighter 2">
      <a:srgbClr val="FDD085"/>
    </a:custClr>
    <a:custClr name="Darker 2">
      <a:srgbClr val="8F2720"/>
    </a:custClr>
    <a:custClr name="Darker 1">
      <a:srgbClr val="BF342A"/>
    </a:custClr>
    <a:custClr name="TCS Red">
      <a:srgbClr val="EF4135"/>
    </a:custClr>
    <a:custClr name="Lighter 1">
      <a:srgbClr val="F2675D"/>
    </a:custClr>
    <a:custClr name="Lighter 2">
      <a:srgbClr val="F58D86"/>
    </a:custClr>
    <a:custClr name="Darker 2">
      <a:srgbClr val="913619"/>
    </a:custClr>
    <a:custClr name="Darker 1">
      <a:srgbClr val="C14821"/>
    </a:custClr>
    <a:custClr name="TCS Orange">
      <a:srgbClr val="F15A29"/>
    </a:custClr>
    <a:custClr name="Lighter 1">
      <a:srgbClr val="F47B54"/>
    </a:custClr>
    <a:custClr name="Lighter 2">
      <a:srgbClr val="F79C7F"/>
    </a:custClr>
  </a:custClrLst>
  <a:extLst>
    <a:ext uri="{05A4C25C-085E-4340-85A3-A5531E510DB2}">
      <thm15:themeFamily xmlns:thm15="http://schemas.microsoft.com/office/thememl/2012/main" name="TCS_Company_Presentation_Template_Standard_16X9 2025" id="{4BAEE98A-CFE3-44DD-926E-3AB03471F7EE}" vid="{EEF4FA7F-D9E6-468B-B086-7FAFD65D81D3}"/>
    </a:ext>
  </a:extLst>
</a:theme>
</file>

<file path=ppt/theme/theme5.xml><?xml version="1.0" encoding="utf-8"?>
<a:theme xmlns:a="http://schemas.openxmlformats.org/drawingml/2006/main" name="Title Slide_White Blue 1">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White">
      <a:srgbClr val="FFFFFF"/>
    </a:custClr>
    <a:custClr name="Black">
      <a:srgbClr val="000000"/>
    </a:custClr>
    <a:custClr name="Darker 2">
      <a:srgbClr val="2F4F76"/>
    </a:custClr>
    <a:custClr name="Darker 1">
      <a:srgbClr val="3E6A9D"/>
    </a:custClr>
    <a:custClr name="TCS Blue">
      <a:srgbClr val="4E84C4"/>
    </a:custClr>
    <a:custClr name="Lighter 1">
      <a:srgbClr val="719DD0"/>
    </a:custClr>
    <a:custClr name="Lighter 2">
      <a:srgbClr val="95B5DC"/>
    </a:custClr>
    <a:custClr name="Darker 2">
      <a:srgbClr val="326F2B"/>
    </a:custClr>
    <a:custClr name="Darker 1">
      <a:srgbClr val="43943A"/>
    </a:custClr>
    <a:custClr name="TCS Green">
      <a:srgbClr val="54B948"/>
    </a:custClr>
    <a:custClr name="Lighter 1">
      <a:srgbClr val="76C76D"/>
    </a:custClr>
    <a:custClr name="Lighter 2">
      <a:srgbClr val="98D591"/>
    </a:custClr>
    <a:custClr name="Darker 2">
      <a:srgbClr val="976A1A"/>
    </a:custClr>
    <a:custClr name="Darker 1">
      <a:srgbClr val="C98D2A"/>
    </a:custClr>
    <a:custClr name="TCS Yellow">
      <a:srgbClr val="FBB034"/>
    </a:custClr>
    <a:custClr name="Lighter 1">
      <a:srgbClr val="FCC05D"/>
    </a:custClr>
    <a:custClr name="Lighter 2">
      <a:srgbClr val="FDD085"/>
    </a:custClr>
    <a:custClr name="Darker 2">
      <a:srgbClr val="8F2720"/>
    </a:custClr>
    <a:custClr name="Darker 1">
      <a:srgbClr val="BF342A"/>
    </a:custClr>
    <a:custClr name="TCS Red">
      <a:srgbClr val="EF4135"/>
    </a:custClr>
    <a:custClr name="Lighter 1">
      <a:srgbClr val="F2675D"/>
    </a:custClr>
    <a:custClr name="Lighter 2">
      <a:srgbClr val="F58D86"/>
    </a:custClr>
    <a:custClr name="Darker 2">
      <a:srgbClr val="913619"/>
    </a:custClr>
    <a:custClr name="Darker 1">
      <a:srgbClr val="C14821"/>
    </a:custClr>
    <a:custClr name="TCS Orange">
      <a:srgbClr val="F15A29"/>
    </a:custClr>
    <a:custClr name="Lighter 1">
      <a:srgbClr val="F47B54"/>
    </a:custClr>
    <a:custClr name="Lighter 2">
      <a:srgbClr val="F79C7F"/>
    </a:custClr>
  </a:custClrLst>
  <a:extLst>
    <a:ext uri="{05A4C25C-085E-4340-85A3-A5531E510DB2}">
      <thm15:themeFamily xmlns:thm15="http://schemas.microsoft.com/office/thememl/2012/main" name="TCS_Company_Presentation_Template_Standard_16X9 2025" id="{4BAEE98A-CFE3-44DD-926E-3AB03471F7EE}" vid="{DBE93B3E-0432-4EC6-BEE6-6EE114F0D68F}"/>
    </a:ext>
  </a:extLst>
</a:theme>
</file>

<file path=ppt/theme/theme6.xml><?xml version="1.0" encoding="utf-8"?>
<a:theme xmlns:a="http://schemas.openxmlformats.org/drawingml/2006/main" name="1_Title Slide_Black Blue_without imag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White">
      <a:srgbClr val="FFFFFF"/>
    </a:custClr>
    <a:custClr name="Black">
      <a:srgbClr val="000000"/>
    </a:custClr>
    <a:custClr name="Darker 2">
      <a:srgbClr val="2F4F76"/>
    </a:custClr>
    <a:custClr name="Darker 1">
      <a:srgbClr val="3E6A9D"/>
    </a:custClr>
    <a:custClr name="TCS Blue">
      <a:srgbClr val="4E84C4"/>
    </a:custClr>
    <a:custClr name="Lighter 1">
      <a:srgbClr val="719DD0"/>
    </a:custClr>
    <a:custClr name="Lighter 2">
      <a:srgbClr val="95B5DC"/>
    </a:custClr>
    <a:custClr name="Darker 2">
      <a:srgbClr val="326F2B"/>
    </a:custClr>
    <a:custClr name="Darker 1">
      <a:srgbClr val="43943A"/>
    </a:custClr>
    <a:custClr name="TCS Green">
      <a:srgbClr val="54B948"/>
    </a:custClr>
    <a:custClr name="Darker 2">
      <a:srgbClr val="976A1A"/>
    </a:custClr>
    <a:custClr name="Darker 1">
      <a:srgbClr val="C98D2A"/>
    </a:custClr>
    <a:custClr name="TCS Yellow">
      <a:srgbClr val="FBB034"/>
    </a:custClr>
    <a:custClr name="Lighter 1">
      <a:srgbClr val="FCC05D"/>
    </a:custClr>
    <a:custClr name="Lighter 2">
      <a:srgbClr val="FDD085"/>
    </a:custClr>
    <a:custClr name="Darker 2">
      <a:srgbClr val="8F2720"/>
    </a:custClr>
    <a:custClr name="Darker 1">
      <a:srgbClr val="BF342A"/>
    </a:custClr>
    <a:custClr name="TCS Red">
      <a:srgbClr val="EF4135"/>
    </a:custClr>
    <a:custClr name="Lighter 1">
      <a:srgbClr val="F2675D"/>
    </a:custClr>
    <a:custClr name="Lighter 2">
      <a:srgbClr val="F58D86"/>
    </a:custClr>
    <a:custClr name="Darker 2">
      <a:srgbClr val="913619"/>
    </a:custClr>
    <a:custClr name="Darker 1">
      <a:srgbClr val="C14821"/>
    </a:custClr>
    <a:custClr name="TCS Orange">
      <a:srgbClr val="F15A29"/>
    </a:custClr>
    <a:custClr name="Lighter 1">
      <a:srgbClr val="F47B54"/>
    </a:custClr>
    <a:custClr name="Lighter 2">
      <a:srgbClr val="F79C7F"/>
    </a:custClr>
  </a:custClrLst>
  <a:extLst>
    <a:ext uri="{05A4C25C-085E-4340-85A3-A5531E510DB2}">
      <thm15:themeFamily xmlns:thm15="http://schemas.microsoft.com/office/thememl/2012/main" name="TCS_Company_Presentation_Template_Standard_16X9 2025" id="{4BAEE98A-CFE3-44DD-926E-3AB03471F7EE}" vid="{ABBCBA75-42CC-40E0-BDD4-89040CC0F4D4}"/>
    </a:ext>
  </a:extLst>
</a:theme>
</file>

<file path=ppt/theme/theme7.xml><?xml version="1.0" encoding="utf-8"?>
<a:theme xmlns:a="http://schemas.openxmlformats.org/drawingml/2006/main" name="1_Title Slide_White Blue_without image">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White">
      <a:srgbClr val="FFFFFF"/>
    </a:custClr>
    <a:custClr name="Black">
      <a:srgbClr val="000000"/>
    </a:custClr>
    <a:custClr name="Darker 2">
      <a:srgbClr val="2F4F76"/>
    </a:custClr>
    <a:custClr name="Darker 1">
      <a:srgbClr val="3E6A9D"/>
    </a:custClr>
    <a:custClr name="TCS Blue">
      <a:srgbClr val="4E84C4"/>
    </a:custClr>
    <a:custClr name="Lighter 1">
      <a:srgbClr val="719DD0"/>
    </a:custClr>
    <a:custClr name="Lighter 2">
      <a:srgbClr val="95B5DC"/>
    </a:custClr>
    <a:custClr name="Darker 2">
      <a:srgbClr val="326F2B"/>
    </a:custClr>
    <a:custClr name="Darker 1">
      <a:srgbClr val="43943A"/>
    </a:custClr>
    <a:custClr name="TCS Green">
      <a:srgbClr val="54B948"/>
    </a:custClr>
    <a:custClr name="Lighter 1">
      <a:srgbClr val="76C76D"/>
    </a:custClr>
    <a:custClr name="Lighter 2">
      <a:srgbClr val="98D591"/>
    </a:custClr>
    <a:custClr name="Darker 2">
      <a:srgbClr val="976A1A"/>
    </a:custClr>
    <a:custClr name="Darker 1">
      <a:srgbClr val="C98D2A"/>
    </a:custClr>
    <a:custClr name="TCS Yellow">
      <a:srgbClr val="FBB034"/>
    </a:custClr>
    <a:custClr name="Lighter 1">
      <a:srgbClr val="FCC05D"/>
    </a:custClr>
    <a:custClr name="Lighter 2">
      <a:srgbClr val="FDD085"/>
    </a:custClr>
    <a:custClr name="Darker 2">
      <a:srgbClr val="8F2720"/>
    </a:custClr>
    <a:custClr name="Darker 1">
      <a:srgbClr val="BF342A"/>
    </a:custClr>
    <a:custClr name="TCS Red">
      <a:srgbClr val="EF4135"/>
    </a:custClr>
    <a:custClr name="Lighter 1">
      <a:srgbClr val="F2675D"/>
    </a:custClr>
    <a:custClr name="Lighter 2">
      <a:srgbClr val="F58D86"/>
    </a:custClr>
    <a:custClr name="Darker 2">
      <a:srgbClr val="913619"/>
    </a:custClr>
    <a:custClr name="Darker 1">
      <a:srgbClr val="C14821"/>
    </a:custClr>
    <a:custClr name="TCS Orange">
      <a:srgbClr val="F15A29"/>
    </a:custClr>
    <a:custClr name="Lighter 1">
      <a:srgbClr val="F47B54"/>
    </a:custClr>
    <a:custClr name="Lighter 2">
      <a:srgbClr val="F79C7F"/>
    </a:custClr>
  </a:custClrLst>
  <a:extLst>
    <a:ext uri="{05A4C25C-085E-4340-85A3-A5531E510DB2}">
      <thm15:themeFamily xmlns:thm15="http://schemas.microsoft.com/office/thememl/2012/main" name="TCS_Company_Presentation_Template_Standard_16X9 2025" id="{4BAEE98A-CFE3-44DD-926E-3AB03471F7EE}" vid="{64B764E8-E94C-4FA1-BF77-9A8503C834C9}"/>
    </a:ext>
  </a:extLst>
</a:theme>
</file>

<file path=ppt/theme/theme8.xml><?xml version="1.0" encoding="utf-8"?>
<a:theme xmlns:a="http://schemas.openxmlformats.org/drawingml/2006/main" name="1_Divider Slide_White">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White">
      <a:srgbClr val="FFFFFF"/>
    </a:custClr>
    <a:custClr name="Black">
      <a:srgbClr val="000000"/>
    </a:custClr>
    <a:custClr name="Darker 2">
      <a:srgbClr val="2F4F76"/>
    </a:custClr>
    <a:custClr name="Darker 1">
      <a:srgbClr val="3E6A9D"/>
    </a:custClr>
    <a:custClr name="TCS Blue">
      <a:srgbClr val="4E84C4"/>
    </a:custClr>
    <a:custClr name="Lighter 1">
      <a:srgbClr val="719DD0"/>
    </a:custClr>
    <a:custClr name="Lighter 2">
      <a:srgbClr val="95B5DC"/>
    </a:custClr>
    <a:custClr name="Darker 2">
      <a:srgbClr val="326F2B"/>
    </a:custClr>
    <a:custClr name="Darker 1">
      <a:srgbClr val="43943A"/>
    </a:custClr>
    <a:custClr name="TCS Green">
      <a:srgbClr val="54B948"/>
    </a:custClr>
    <a:custClr name="Lighter 1">
      <a:srgbClr val="76C76D"/>
    </a:custClr>
    <a:custClr name="Lighter 2">
      <a:srgbClr val="98D591"/>
    </a:custClr>
    <a:custClr name="Darker 2">
      <a:srgbClr val="976A1A"/>
    </a:custClr>
    <a:custClr name="Darker 1">
      <a:srgbClr val="C98D2A"/>
    </a:custClr>
    <a:custClr name="TCS Yellow">
      <a:srgbClr val="FBB034"/>
    </a:custClr>
    <a:custClr name="Lighter 1">
      <a:srgbClr val="FCC05D"/>
    </a:custClr>
    <a:custClr name="Lighter 2">
      <a:srgbClr val="FDD085"/>
    </a:custClr>
    <a:custClr name="Darker 2">
      <a:srgbClr val="8F2720"/>
    </a:custClr>
    <a:custClr name="Darker 1">
      <a:srgbClr val="BF342A"/>
    </a:custClr>
    <a:custClr name="TCS Red">
      <a:srgbClr val="EF4135"/>
    </a:custClr>
    <a:custClr name="Lighter 1">
      <a:srgbClr val="F2675D"/>
    </a:custClr>
    <a:custClr name="Lighter 2">
      <a:srgbClr val="F58D86"/>
    </a:custClr>
    <a:custClr name="Darker 2">
      <a:srgbClr val="913619"/>
    </a:custClr>
    <a:custClr name="Darker 1">
      <a:srgbClr val="C14821"/>
    </a:custClr>
    <a:custClr name="TCS Orange">
      <a:srgbClr val="F15A29"/>
    </a:custClr>
    <a:custClr name="Lighter 1">
      <a:srgbClr val="F47B54"/>
    </a:custClr>
    <a:custClr name="Lighter 2">
      <a:srgbClr val="F79C7F"/>
    </a:custClr>
  </a:custClrLst>
  <a:extLst>
    <a:ext uri="{05A4C25C-085E-4340-85A3-A5531E510DB2}">
      <thm15:themeFamily xmlns:thm15="http://schemas.microsoft.com/office/thememl/2012/main" name="TCS_Company_Presentation_Template_Standard_16X9 2025" id="{4BAEE98A-CFE3-44DD-926E-3AB03471F7EE}" vid="{DC90E427-64E8-4C8C-91DA-7EC369BBDC5A}"/>
    </a:ext>
  </a:extLst>
</a:theme>
</file>

<file path=ppt/theme/theme9.xml><?xml version="1.0" encoding="utf-8"?>
<a:theme xmlns:a="http://schemas.openxmlformats.org/drawingml/2006/main" name="Thank Slide_Black">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03782"/>
        </a:solidFill>
        <a:ln>
          <a:noFill/>
        </a:ln>
      </a:spPr>
      <a:bodyPr rtlCol="0" anchor="ctr"/>
      <a:lstStyle>
        <a:defPPr algn="ctr">
          <a:defRPr sz="1600" dirty="0"/>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F0378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nchor="ctr" anchorCtr="0">
        <a:noAutofit/>
      </a:bodyPr>
      <a:lstStyle>
        <a:defPPr algn="ctr">
          <a:defRPr sz="1600" dirty="0">
            <a:solidFill>
              <a:schemeClr val="tx1"/>
            </a:solidFill>
          </a:defRPr>
        </a:defPPr>
      </a:lstStyle>
    </a:txDef>
  </a:objectDefaults>
  <a:extraClrSchemeLst/>
  <a:custClrLst>
    <a:custClr name="White">
      <a:srgbClr val="FFFFFF"/>
    </a:custClr>
    <a:custClr name="Black">
      <a:srgbClr val="000000"/>
    </a:custClr>
    <a:custClr name="Darker 2">
      <a:srgbClr val="2F4F76"/>
    </a:custClr>
    <a:custClr name="Darker 1">
      <a:srgbClr val="3E6A9D"/>
    </a:custClr>
    <a:custClr name="TCS Blue">
      <a:srgbClr val="4E84C4"/>
    </a:custClr>
    <a:custClr name="Lighter 1">
      <a:srgbClr val="719DD0"/>
    </a:custClr>
    <a:custClr name="Lighter 2">
      <a:srgbClr val="95B5DC"/>
    </a:custClr>
    <a:custClr name="Darker 2">
      <a:srgbClr val="326F2B"/>
    </a:custClr>
    <a:custClr name="Darker 1">
      <a:srgbClr val="43943A"/>
    </a:custClr>
    <a:custClr name="TCS Green">
      <a:srgbClr val="54B948"/>
    </a:custClr>
    <a:custClr name="Lighter 1">
      <a:srgbClr val="76C76D"/>
    </a:custClr>
    <a:custClr name="Lighter 2">
      <a:srgbClr val="98D591"/>
    </a:custClr>
    <a:custClr name="Darker 2">
      <a:srgbClr val="976A1A"/>
    </a:custClr>
    <a:custClr name="Darker 1">
      <a:srgbClr val="C98D2A"/>
    </a:custClr>
    <a:custClr name="TCS Yellow">
      <a:srgbClr val="FBB034"/>
    </a:custClr>
    <a:custClr name="Lighter 1">
      <a:srgbClr val="FCC05D"/>
    </a:custClr>
    <a:custClr name="Lighter 2">
      <a:srgbClr val="FDD085"/>
    </a:custClr>
    <a:custClr name="Darker 2">
      <a:srgbClr val="8F2720"/>
    </a:custClr>
    <a:custClr name="Darker 1">
      <a:srgbClr val="BF342A"/>
    </a:custClr>
    <a:custClr name="TCS Red">
      <a:srgbClr val="EF4135"/>
    </a:custClr>
    <a:custClr name="Lighter 1">
      <a:srgbClr val="F2675D"/>
    </a:custClr>
    <a:custClr name="Lighter 2">
      <a:srgbClr val="F58D86"/>
    </a:custClr>
    <a:custClr name="Darker 2">
      <a:srgbClr val="913619"/>
    </a:custClr>
    <a:custClr name="Darker 1">
      <a:srgbClr val="C14821"/>
    </a:custClr>
    <a:custClr name="TCS Orange">
      <a:srgbClr val="F15A29"/>
    </a:custClr>
    <a:custClr name="Lighter 1">
      <a:srgbClr val="F47B54"/>
    </a:custClr>
    <a:custClr name="Lighter 2">
      <a:srgbClr val="F79C7F"/>
    </a:custClr>
  </a:custClrLst>
  <a:extLst>
    <a:ext uri="{05A4C25C-085E-4340-85A3-A5531E510DB2}">
      <thm15:themeFamily xmlns:thm15="http://schemas.microsoft.com/office/thememl/2012/main" name="TCS_Company_Presentation_Template_Standard_16X9 2025" id="{4BAEE98A-CFE3-44DD-926E-3AB03471F7EE}" vid="{DC50B777-BA89-482F-A3D0-E6B8C9597BDF}"/>
    </a:ext>
  </a:extLst>
</a:theme>
</file>

<file path=ppt/theme/theme10.xml><?xml version="1.0" encoding="utf-8"?>
<a:theme xmlns:a="http://schemas.openxmlformats.org/drawingml/2006/main" name="1_Thank Slide_White">
  <a:themeElements>
    <a:clrScheme name="TCS Theme Color 2024">
      <a:dk1>
        <a:srgbClr val="000000"/>
      </a:dk1>
      <a:lt1>
        <a:srgbClr val="FFFFFF"/>
      </a:lt1>
      <a:dk2>
        <a:srgbClr val="1E2323"/>
      </a:dk2>
      <a:lt2>
        <a:srgbClr val="FFFFFF"/>
      </a:lt2>
      <a:accent1>
        <a:srgbClr val="4E84C4"/>
      </a:accent1>
      <a:accent2>
        <a:srgbClr val="54B948"/>
      </a:accent2>
      <a:accent3>
        <a:srgbClr val="FBB034"/>
      </a:accent3>
      <a:accent4>
        <a:srgbClr val="EF4135"/>
      </a:accent4>
      <a:accent5>
        <a:srgbClr val="F15A29"/>
      </a:accent5>
      <a:accent6>
        <a:srgbClr val="595959"/>
      </a:accent6>
      <a:hlink>
        <a:srgbClr val="0070C0"/>
      </a:hlink>
      <a:folHlink>
        <a:srgbClr val="F0B34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White">
      <a:srgbClr val="FFFFFF"/>
    </a:custClr>
    <a:custClr name="Black">
      <a:srgbClr val="000000"/>
    </a:custClr>
    <a:custClr name="Darker 2">
      <a:srgbClr val="2F4F76"/>
    </a:custClr>
    <a:custClr name="Darker 1">
      <a:srgbClr val="3E6A9D"/>
    </a:custClr>
    <a:custClr name="TCS Blue">
      <a:srgbClr val="4E84C4"/>
    </a:custClr>
    <a:custClr name="Lighter 1">
      <a:srgbClr val="719DD0"/>
    </a:custClr>
    <a:custClr name="Lighter 2">
      <a:srgbClr val="95B5DC"/>
    </a:custClr>
    <a:custClr name="Darker 2">
      <a:srgbClr val="326F2B"/>
    </a:custClr>
    <a:custClr name="Darker 1">
      <a:srgbClr val="43943A"/>
    </a:custClr>
    <a:custClr name="TCS Green">
      <a:srgbClr val="54B948"/>
    </a:custClr>
    <a:custClr name="Lighter 1">
      <a:srgbClr val="76C76D"/>
    </a:custClr>
    <a:custClr name="Lighter 2">
      <a:srgbClr val="98D591"/>
    </a:custClr>
    <a:custClr name="Darker 2">
      <a:srgbClr val="976A1A"/>
    </a:custClr>
    <a:custClr name="Darker 1">
      <a:srgbClr val="C98D2A"/>
    </a:custClr>
    <a:custClr name="TCS Yellow">
      <a:srgbClr val="FBB034"/>
    </a:custClr>
    <a:custClr name="Lighter 1">
      <a:srgbClr val="FCC05D"/>
    </a:custClr>
    <a:custClr name="Lighter 2">
      <a:srgbClr val="FDD085"/>
    </a:custClr>
    <a:custClr name="Darker 2">
      <a:srgbClr val="8F2720"/>
    </a:custClr>
    <a:custClr name="Darker 1">
      <a:srgbClr val="BF342A"/>
    </a:custClr>
    <a:custClr name="TCS Red">
      <a:srgbClr val="EF4135"/>
    </a:custClr>
    <a:custClr name="Lighter 1">
      <a:srgbClr val="F2675D"/>
    </a:custClr>
    <a:custClr name="Lighter 2">
      <a:srgbClr val="F58D86"/>
    </a:custClr>
    <a:custClr name="Darker 2">
      <a:srgbClr val="913619"/>
    </a:custClr>
    <a:custClr name="Darker 1">
      <a:srgbClr val="C14821"/>
    </a:custClr>
    <a:custClr name="TCS Orange">
      <a:srgbClr val="F15A29"/>
    </a:custClr>
    <a:custClr name="Lighter 1">
      <a:srgbClr val="F47B54"/>
    </a:custClr>
    <a:custClr name="Lighter 2">
      <a:srgbClr val="F79C7F"/>
    </a:custClr>
  </a:custClrLst>
  <a:extLst>
    <a:ext uri="{05A4C25C-085E-4340-85A3-A5531E510DB2}">
      <thm15:themeFamily xmlns:thm15="http://schemas.microsoft.com/office/thememl/2012/main" name="TCS_Company_Presentation_Template_Standard_16X9 2025" id="{4BAEE98A-CFE3-44DD-926E-3AB03471F7EE}" vid="{6EFD6D77-6AE0-44DA-8B74-9DCB67902147}"/>
    </a:ext>
  </a:ext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White">
      <a:srgbClr val="FFFFFF"/>
    </a:custClr>
    <a:custClr name="Black">
      <a:srgbClr val="000000"/>
    </a:custClr>
    <a:custClr name="Darker 2">
      <a:srgbClr val="2F4F76"/>
    </a:custClr>
    <a:custClr name="Darker 1">
      <a:srgbClr val="3E6A9D"/>
    </a:custClr>
    <a:custClr name="TCS Blue">
      <a:srgbClr val="4E84C4"/>
    </a:custClr>
    <a:custClr name="Lighter 1">
      <a:srgbClr val="719DD0"/>
    </a:custClr>
    <a:custClr name="Lighter 2">
      <a:srgbClr val="95B5DC"/>
    </a:custClr>
    <a:custClr name="Darker 2">
      <a:srgbClr val="326F2B"/>
    </a:custClr>
    <a:custClr name="Darker 1">
      <a:srgbClr val="43943A"/>
    </a:custClr>
    <a:custClr name="TCS Green">
      <a:srgbClr val="54B948"/>
    </a:custClr>
    <a:custClr name="Lighter 1">
      <a:srgbClr val="76C76D"/>
    </a:custClr>
    <a:custClr name="Lighter 2">
      <a:srgbClr val="98D591"/>
    </a:custClr>
    <a:custClr name="Darker 2">
      <a:srgbClr val="976A1A"/>
    </a:custClr>
    <a:custClr name="Darker 1">
      <a:srgbClr val="C98D2A"/>
    </a:custClr>
    <a:custClr name="TCS Yellow">
      <a:srgbClr val="FBB034"/>
    </a:custClr>
    <a:custClr name="Lighter 1">
      <a:srgbClr val="FCC05D"/>
    </a:custClr>
    <a:custClr name="Lighter 2">
      <a:srgbClr val="FDD085"/>
    </a:custClr>
    <a:custClr name="Darker 2">
      <a:srgbClr val="8F2720"/>
    </a:custClr>
    <a:custClr name="Darker 1">
      <a:srgbClr val="BF342A"/>
    </a:custClr>
    <a:custClr name="TCS Red">
      <a:srgbClr val="EF4135"/>
    </a:custClr>
    <a:custClr name="Lighter 1">
      <a:srgbClr val="F2675D"/>
    </a:custClr>
    <a:custClr name="Lighter 2">
      <a:srgbClr val="F58D86"/>
    </a:custClr>
    <a:custClr name="Darker 2">
      <a:srgbClr val="913619"/>
    </a:custClr>
    <a:custClr name="Darker 1">
      <a:srgbClr val="C14821"/>
    </a:custClr>
    <a:custClr name="TCS Orange">
      <a:srgbClr val="F15A29"/>
    </a:custClr>
    <a:custClr name="Lighter 1">
      <a:srgbClr val="F47B54"/>
    </a:custClr>
    <a:custClr name="Lighter 2">
      <a:srgbClr val="F79C7F"/>
    </a:custClr>
  </a:custClr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2BDF1ED-7EB0-3F45-AD85-608A6ADDF91F}">
  <we:reference id="wa200010001" version="1.0.0.1" store="en-US" storeType="OMEX"/>
  <we:alternateReferences>
    <we:reference id="WA200010001" version="1.0.0.1" store="" storeType="OMEX"/>
  </we:alternateReferences>
  <we:properties>
    <we:property name="claude.fileId" value="&quot;15b2610d-4255-4ea6-8c4d-52bcae054cb4&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1F429409C18204B8E50994481C8BE12" ma:contentTypeVersion="6" ma:contentTypeDescription="Create a new document." ma:contentTypeScope="" ma:versionID="2338d74d11cc1848d0c3e3b601f0db6a">
  <xsd:schema xmlns:xsd="http://www.w3.org/2001/XMLSchema" xmlns:xs="http://www.w3.org/2001/XMLSchema" xmlns:p="http://schemas.microsoft.com/office/2006/metadata/properties" xmlns:ns2="ed5f3adb-d74a-4f34-826c-cfa79a1b5e9d" xmlns:ns3="1771064e-c6ae-44b4-88a5-a935e9ecfce2" targetNamespace="http://schemas.microsoft.com/office/2006/metadata/properties" ma:root="true" ma:fieldsID="4c73c7d02b97079401873a97d179d7e0" ns2:_="" ns3:_="">
    <xsd:import namespace="ed5f3adb-d74a-4f34-826c-cfa79a1b5e9d"/>
    <xsd:import namespace="1771064e-c6ae-44b4-88a5-a935e9ecfce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5f3adb-d74a-4f34-826c-cfa79a1b5e9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771064e-c6ae-44b4-88a5-a935e9ecfce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BB1B480-7C1E-4300-A913-41CAD33511F4}">
  <ds:schemaRefs>
    <ds:schemaRef ds:uri="http://schemas.microsoft.com/office/2006/documentManagement/types"/>
    <ds:schemaRef ds:uri="http://schemas.microsoft.com/office/infopath/2007/PartnerControls"/>
    <ds:schemaRef ds:uri="http://schemas.openxmlformats.org/package/2006/metadata/core-properties"/>
    <ds:schemaRef ds:uri="http://purl.org/dc/terms/"/>
    <ds:schemaRef ds:uri="http://purl.org/dc/dcmitype/"/>
    <ds:schemaRef ds:uri="http://purl.org/dc/elements/1.1/"/>
    <ds:schemaRef ds:uri="http://schemas.microsoft.com/office/2006/metadata/properties"/>
    <ds:schemaRef ds:uri="http://www.w3.org/XML/1998/namespace"/>
    <ds:schemaRef ds:uri="f131310f-da73-447f-9d07-af8aec60e1e3"/>
    <ds:schemaRef ds:uri="9200d1c5-bd2a-48f4-9aa5-49792c8c2bf8"/>
  </ds:schemaRefs>
</ds:datastoreItem>
</file>

<file path=customXml/itemProps2.xml><?xml version="1.0" encoding="utf-8"?>
<ds:datastoreItem xmlns:ds="http://schemas.openxmlformats.org/officeDocument/2006/customXml" ds:itemID="{140BB0EB-768F-48B9-A70C-23EE4D8F39B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5f3adb-d74a-4f34-826c-cfa79a1b5e9d"/>
    <ds:schemaRef ds:uri="1771064e-c6ae-44b4-88a5-a935e9ecfce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AC37ED8-06D3-4BAF-925E-0E0C6BD526E8}">
  <ds:schemaRefs>
    <ds:schemaRef ds:uri="http://schemas.microsoft.com/sharepoint/v3/contenttype/forms"/>
  </ds:schemaRefs>
</ds:datastoreItem>
</file>

<file path=docMetadata/LabelInfo.xml><?xml version="1.0" encoding="utf-8"?>
<clbl:labelList xmlns:clbl="http://schemas.microsoft.com/office/2020/mipLabelMetadata">
  <clbl:label id="{404b1967-6507-45ab-8a6d-7374a3f478be}" enabled="0" method="" siteId="{404b1967-6507-45ab-8a6d-7374a3f478be}" removed="1"/>
</clbl:labelList>
</file>

<file path=docProps/app.xml><?xml version="1.0" encoding="utf-8"?>
<Properties xmlns="http://schemas.openxmlformats.org/officeDocument/2006/extended-properties" xmlns:vt="http://schemas.openxmlformats.org/officeDocument/2006/docPropsVTypes">
  <Template>TCS_Company_Presentation_template_standard_16X9</Template>
  <TotalTime>147</TotalTime>
  <Words>2690</Words>
  <Application>Microsoft Macintosh PowerPoint</Application>
  <PresentationFormat>On-screen Show (16:9)</PresentationFormat>
  <Paragraphs>316</Paragraphs>
  <Slides>12</Slides>
  <Notes>11</Notes>
  <HiddenSlides>0</HiddenSlides>
  <MMClips>0</MMClips>
  <ScaleCrop>false</ScaleCrop>
  <HeadingPairs>
    <vt:vector size="6" baseType="variant">
      <vt:variant>
        <vt:lpstr>Fonts Used</vt:lpstr>
      </vt:variant>
      <vt:variant>
        <vt:i4>6</vt:i4>
      </vt:variant>
      <vt:variant>
        <vt:lpstr>Theme</vt:lpstr>
      </vt:variant>
      <vt:variant>
        <vt:i4>10</vt:i4>
      </vt:variant>
      <vt:variant>
        <vt:lpstr>Slide Titles</vt:lpstr>
      </vt:variant>
      <vt:variant>
        <vt:i4>12</vt:i4>
      </vt:variant>
    </vt:vector>
  </HeadingPairs>
  <TitlesOfParts>
    <vt:vector size="28" baseType="lpstr">
      <vt:lpstr>Aptos</vt:lpstr>
      <vt:lpstr>Arial</vt:lpstr>
      <vt:lpstr>Calibri</vt:lpstr>
      <vt:lpstr>Courier New</vt:lpstr>
      <vt:lpstr>Symbol</vt:lpstr>
      <vt:lpstr>Wingdings</vt:lpstr>
      <vt:lpstr>Content Slide_White</vt:lpstr>
      <vt:lpstr>1_Content Slide_Black</vt:lpstr>
      <vt:lpstr>Blank Slide_Black</vt:lpstr>
      <vt:lpstr>Title Slide_Black Blue 1</vt:lpstr>
      <vt:lpstr>Title Slide_White Blue 1</vt:lpstr>
      <vt:lpstr>1_Title Slide_Black Blue_without image</vt:lpstr>
      <vt:lpstr>1_Title Slide_White Blue_without image</vt:lpstr>
      <vt:lpstr>1_Divider Slide_White</vt:lpstr>
      <vt:lpstr>Thank Slide_Black</vt:lpstr>
      <vt:lpstr>1_Thank Slide_White</vt:lpstr>
      <vt:lpstr>PowerPoint Presentation</vt:lpstr>
      <vt:lpstr>Project Overview</vt:lpstr>
      <vt:lpstr>Business Problem &amp; Motivation</vt:lpstr>
      <vt:lpstr>Solution Concept</vt:lpstr>
      <vt:lpstr>Architecture &amp; Data Pipeline</vt:lpstr>
      <vt:lpstr>Dataset Description</vt:lpstr>
      <vt:lpstr>Model Design &amp; Training</vt:lpstr>
      <vt:lpstr>Evaluation &amp; Results</vt:lpstr>
      <vt:lpstr>Demonstration / Prototype</vt:lpstr>
      <vt:lpstr>Responsible AI &amp; LLMOps Practices</vt:lpstr>
      <vt:lpstr>Business Value &amp; Future Enhancements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Alen Jacob</dc:creator>
  <cp:lastModifiedBy>Saravanan Shanmugam</cp:lastModifiedBy>
  <cp:revision>46</cp:revision>
  <dcterms:created xsi:type="dcterms:W3CDTF">2025-10-06T16:46:01Z</dcterms:created>
  <dcterms:modified xsi:type="dcterms:W3CDTF">2026-04-13T03:27:04Z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0x01010081F429409C18204B8E50994481C8BE12</vt:lpwstr>
  </property>
</Properties>
</file>