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slideLayouts/slideLayout17.xml" ContentType="application/vnd.openxmlformats-officedocument.presentationml.slideLayout+xml"/>
  <Override PartName="/ppt/theme/theme6.xml" ContentType="application/vnd.openxmlformats-officedocument.theme+xml"/>
  <Override PartName="/ppt/slideLayouts/slideLayout18.xml" ContentType="application/vnd.openxmlformats-officedocument.presentationml.slideLayout+xml"/>
  <Override PartName="/ppt/theme/theme7.xml" ContentType="application/vnd.openxmlformats-officedocument.theme+xml"/>
  <Override PartName="/ppt/slideLayouts/slideLayout19.xml" ContentType="application/vnd.openxmlformats-officedocument.presentationml.slideLayout+xml"/>
  <Override PartName="/ppt/theme/theme8.xml" ContentType="application/vnd.openxmlformats-officedocument.theme+xml"/>
  <Override PartName="/ppt/slideLayouts/slideLayout20.xml" ContentType="application/vnd.openxmlformats-officedocument.presentationml.slideLayout+xml"/>
  <Override PartName="/ppt/theme/theme9.xml" ContentType="application/vnd.openxmlformats-officedocument.theme+xml"/>
  <Override PartName="/ppt/slideLayouts/slideLayout21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6" r:id="rId4"/>
    <p:sldMasterId id="2147483936" r:id="rId5"/>
    <p:sldMasterId id="2147483827" r:id="rId6"/>
    <p:sldMasterId id="2147483822" r:id="rId7"/>
    <p:sldMasterId id="2147483857" r:id="rId8"/>
    <p:sldMasterId id="2147483871" r:id="rId9"/>
    <p:sldMasterId id="2147483873" r:id="rId10"/>
    <p:sldMasterId id="2147483867" r:id="rId11"/>
    <p:sldMasterId id="2147483853" r:id="rId12"/>
    <p:sldMasterId id="2147483869" r:id="rId13"/>
  </p:sldMasterIdLst>
  <p:notesMasterIdLst>
    <p:notesMasterId r:id="rId26"/>
  </p:notesMasterIdLst>
  <p:handoutMasterIdLst>
    <p:handoutMasterId r:id="rId27"/>
  </p:handoutMasterIdLst>
  <p:sldIdLst>
    <p:sldId id="2142532975" r:id="rId14"/>
    <p:sldId id="2142533041" r:id="rId15"/>
    <p:sldId id="2142533042" r:id="rId16"/>
    <p:sldId id="2142533043" r:id="rId17"/>
    <p:sldId id="2142533044" r:id="rId18"/>
    <p:sldId id="2142533045" r:id="rId19"/>
    <p:sldId id="2142533046" r:id="rId20"/>
    <p:sldId id="2142533047" r:id="rId21"/>
    <p:sldId id="2142533048" r:id="rId22"/>
    <p:sldId id="2142533049" r:id="rId23"/>
    <p:sldId id="2142533050" r:id="rId24"/>
    <p:sldId id="2142533038" r:id="rId25"/>
  </p:sldIdLst>
  <p:sldSz cx="9144000" cy="5143500" type="screen16x9"/>
  <p:notesSz cx="20104100" cy="11315700"/>
  <p:defaultTextStyle>
    <a:defPPr>
      <a:defRPr lang="en-US"/>
    </a:defPPr>
    <a:lvl1pPr marL="0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1pPr>
    <a:lvl2pPr marL="207763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2pPr>
    <a:lvl3pPr marL="415525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3pPr>
    <a:lvl4pPr marL="623288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4pPr>
    <a:lvl5pPr marL="831048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5pPr>
    <a:lvl6pPr marL="1038811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6pPr>
    <a:lvl7pPr marL="1246574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7pPr>
    <a:lvl8pPr marL="1454337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8pPr>
    <a:lvl9pPr marL="1662098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vanti Mukul" initials="AM" lastIdx="134" clrIdx="0">
    <p:extLst>
      <p:ext uri="{19B8F6BF-5375-455C-9EA6-DF929625EA0E}">
        <p15:presenceInfo xmlns:p15="http://schemas.microsoft.com/office/powerpoint/2012/main" userId="S::1561747@TCS.com::b915b143-710a-4e7a-a06a-915d3c266981" providerId="AD"/>
      </p:ext>
    </p:extLst>
  </p:cmAuthor>
  <p:cmAuthor id="2" name="Kapil  Krishnan" initials="KK" lastIdx="81" clrIdx="1">
    <p:extLst>
      <p:ext uri="{19B8F6BF-5375-455C-9EA6-DF929625EA0E}">
        <p15:presenceInfo xmlns:p15="http://schemas.microsoft.com/office/powerpoint/2012/main" userId="S::571206@TCS.com::f34fbc68-f4bd-41fd-a210-a6e9abee1cae" providerId="AD"/>
      </p:ext>
    </p:extLst>
  </p:cmAuthor>
  <p:cmAuthor id="3" name="Milind" initials="M" lastIdx="1" clrIdx="2">
    <p:extLst>
      <p:ext uri="{19B8F6BF-5375-455C-9EA6-DF929625EA0E}">
        <p15:presenceInfo xmlns:p15="http://schemas.microsoft.com/office/powerpoint/2012/main" userId="S::106465@TCS.com::6f0e4f12-3889-446c-9da4-4330ec04817d" providerId="AD"/>
      </p:ext>
    </p:extLst>
  </p:cmAuthor>
  <p:cmAuthor id="4" name="Sreenivasa Chakravarti" initials="SC" lastIdx="7" clrIdx="3">
    <p:extLst>
      <p:ext uri="{19B8F6BF-5375-455C-9EA6-DF929625EA0E}">
        <p15:presenceInfo xmlns:p15="http://schemas.microsoft.com/office/powerpoint/2012/main" userId="S::132743@TCS.com::aa4a9113-4e87-47be-963d-67c84a2112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C7F"/>
    <a:srgbClr val="F47B54"/>
    <a:srgbClr val="913619"/>
    <a:srgbClr val="C14821"/>
    <a:srgbClr val="F15A29"/>
    <a:srgbClr val="F58D86"/>
    <a:srgbClr val="F2675D"/>
    <a:srgbClr val="8F2720"/>
    <a:srgbClr val="BF342A"/>
    <a:srgbClr val="EF41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0" autoAdjust="0"/>
    <p:restoredTop sz="94694"/>
  </p:normalViewPr>
  <p:slideViewPr>
    <p:cSldViewPr snapToGrid="0">
      <p:cViewPr varScale="1">
        <p:scale>
          <a:sx n="124" d="100"/>
          <a:sy n="124" d="100"/>
        </p:scale>
        <p:origin x="8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8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commentAuthors" Target="commentAuthor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6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F93363-4B1F-4C8E-A6A8-E59E73B1D5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F94A02-2C6F-4C3E-B8A6-F4E320ED10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53A15D-369C-476E-A4FD-27B2714E554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DC65AE-70C1-456E-BDCB-3BF147736C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D416F-24FB-46D6-8460-CBAA61BA37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1387138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F4DE49-BEC2-4CDB-9AEE-41A7BC71E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77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D8B44-2349-4EE3-B0D0-553C8A2F62DF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6388" y="1414463"/>
            <a:ext cx="6791325" cy="381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5125"/>
            <a:ext cx="16084550" cy="44561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9C5E5-9620-4FBC-AD03-52B8306EE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417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4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0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64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19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72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80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35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43853-4DB9-5189-15B3-8A47498B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57229-AB7A-67D3-EA06-0D6FD5572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8FC10-2C0A-9612-D218-37654C7E1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7400-51B4-1126-A5F4-07654EC4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698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B4F54-6F0A-19B4-3238-7BC32D8F4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7FC30-A017-62AC-416F-FE4B67D8E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F89A8-A7DB-7E7B-4952-3EFF5B55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14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FF3A67-9F87-D948-0E1B-C965F3A44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30D96-E5F4-B8B9-8376-0B62449B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670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5"/>
            <a:ext cx="4042988" cy="238912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2"/>
            <a:ext cx="1331610" cy="138499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65792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38912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1"/>
            <a:ext cx="1331610" cy="138499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290737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5"/>
            <a:ext cx="4042988" cy="238912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1"/>
            <a:ext cx="1331610" cy="138499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26671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228418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43853-4DB9-5189-15B3-8A47498B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57229-AB7A-67D3-EA06-0D6FD5572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8FC10-2C0A-9612-D218-37654C7E1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7400-51B4-1126-A5F4-07654EC4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283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B4F54-6F0A-19B4-3238-7BC32D8F4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7FC30-A017-62AC-416F-FE4B67D8E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F89A8-A7DB-7E7B-4952-3EFF5B55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103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FF3A67-9F87-D948-0E1B-C965F3A44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30D96-E5F4-B8B9-8376-0B62449B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066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5"/>
            <a:ext cx="4042988" cy="238912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2"/>
            <a:ext cx="1331610" cy="138499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128546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2546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7A939-6BD5-6D9A-C6E0-773DC6558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4" y="2226193"/>
            <a:ext cx="2650475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>
              <a:defRPr lang="en-IN" sz="2200" dirty="0"/>
            </a:lvl1pPr>
          </a:lstStyle>
          <a:p>
            <a:pPr marL="5776" lvl="0">
              <a:lnSpc>
                <a:spcPct val="100000"/>
              </a:lnSpc>
              <a:spcBef>
                <a:spcPts val="43"/>
              </a:spcBef>
            </a:pPr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0616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435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9950366-8950-4BD8-A107-00F386B8B2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98264" y="1354933"/>
            <a:ext cx="4745736" cy="3163094"/>
          </a:xfrm>
          <a:noFill/>
          <a:ln>
            <a:noFill/>
          </a:ln>
        </p:spPr>
        <p:txBody>
          <a:bodyPr vert="horz" wrap="square" lIns="0" tIns="17145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3600" b="1">
                <a:solidFill>
                  <a:schemeClr val="bg1"/>
                </a:solidFill>
              </a:defRPr>
            </a:lvl1pPr>
          </a:lstStyle>
          <a:p>
            <a:pPr marL="571472" lvl="0" indent="-571472" algn="ctr">
              <a:buClr>
                <a:srgbClr val="80828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939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chemeClr val="tx1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9950366-8950-4BD8-A107-00F386B8B2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98264" y="1354933"/>
            <a:ext cx="4745736" cy="3163094"/>
          </a:xfrm>
          <a:noFill/>
          <a:ln>
            <a:noFill/>
          </a:ln>
        </p:spPr>
        <p:txBody>
          <a:bodyPr vert="horz" wrap="square" lIns="0" tIns="17145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3600" b="1">
                <a:solidFill>
                  <a:schemeClr val="tx1"/>
                </a:solidFill>
              </a:defRPr>
            </a:lvl1pPr>
          </a:lstStyle>
          <a:p>
            <a:pPr marL="571472" lvl="0" indent="-571472" algn="ctr">
              <a:buClr>
                <a:srgbClr val="80828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6830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6103992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chemeClr val="tx1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6181705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7484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31252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563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microsoft.com/office/2007/relationships/hdphoto" Target="../media/hdphoto2.wdp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0.xml"/><Relationship Id="rId7" Type="http://schemas.microsoft.com/office/2007/relationships/hdphoto" Target="../media/hdphoto1.wdp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.png"/><Relationship Id="rId11" Type="http://schemas.openxmlformats.org/officeDocument/2006/relationships/image" Target="../media/image4.svg"/><Relationship Id="rId5" Type="http://schemas.openxmlformats.org/officeDocument/2006/relationships/theme" Target="../theme/theme2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1.xml"/><Relationship Id="rId9" Type="http://schemas.microsoft.com/office/2007/relationships/hdphoto" Target="../media/hdphoto2.wdp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sv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svg"/><Relationship Id="rId9" Type="http://schemas.microsoft.com/office/2007/relationships/hdphoto" Target="../media/hdphoto3.wdp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8.xml"/><Relationship Id="rId6" Type="http://schemas.microsoft.com/office/2007/relationships/hdphoto" Target="../media/hdphoto3.wdp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9.xml"/><Relationship Id="rId6" Type="http://schemas.microsoft.com/office/2007/relationships/hdphoto" Target="../media/hdphoto3.wdp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1.xml"/><Relationship Id="rId6" Type="http://schemas.microsoft.com/office/2007/relationships/hdphoto" Target="../media/hdphoto3.wdp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FA0BF-8DAC-3B8C-4AE3-5CA36724C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94" y="107917"/>
            <a:ext cx="7886195" cy="5530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 defTabSz="914310"/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EB974-2740-39F8-02D1-C88C824BE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992" y="851829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D14DC-BF94-9E10-B09A-E89A386DE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81524" y="4942596"/>
            <a:ext cx="1876425" cy="127170"/>
          </a:xfrm>
          <a:prstGeom prst="rect">
            <a:avLst/>
          </a:prstGeom>
        </p:spPr>
        <p:txBody>
          <a:bodyPr vert="horz" lIns="64008" tIns="45720" rIns="91440" bIns="45720" rtlCol="0" anchor="ctr"/>
          <a:lstStyle>
            <a:lvl1pPr>
              <a:defRPr lang="en-IN" sz="700"/>
            </a:lvl1pPr>
          </a:lstStyle>
          <a:p>
            <a:r>
              <a:rPr lang="en-IN"/>
              <a:t>TCS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B85-668C-1A07-18A7-82A4D4D71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9348" y="4942596"/>
            <a:ext cx="300588" cy="12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>
              <a:defRPr lang="en-IN" sz="700" b="1" smtClean="0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algn="ctr" defTabSz="914355"/>
            <a:fld id="{662A0901-ACEF-4BE9-9C8C-C119B421173E}" type="slidenum">
              <a:rPr lang="en-IN" smtClean="0"/>
              <a:pPr algn="ctr" defTabSz="914355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CE2272-ED9B-DD02-B7B0-029616CF6AB1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8428379" y="4647630"/>
            <a:ext cx="435969" cy="387958"/>
          </a:xfrm>
          <a:prstGeom prst="rect">
            <a:avLst/>
          </a:prstGeom>
        </p:spPr>
      </p:pic>
      <p:pic>
        <p:nvPicPr>
          <p:cNvPr id="8" name="Picture 7" descr="A close-up of a sign&#10;&#10;Description automatically generated">
            <a:extLst>
              <a:ext uri="{FF2B5EF4-FFF2-40B4-BE49-F238E27FC236}">
                <a16:creationId xmlns:a16="http://schemas.microsoft.com/office/drawing/2014/main" id="{CAE4914F-666B-70AC-6C67-9424F69EF375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4733063"/>
            <a:ext cx="1266904" cy="30252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4A0732-89C6-3C17-1231-F15060AB29F0}"/>
              </a:ext>
            </a:extLst>
          </p:cNvPr>
          <p:cNvCxnSpPr/>
          <p:nvPr userDrawn="1"/>
        </p:nvCxnSpPr>
        <p:spPr>
          <a:xfrm>
            <a:off x="4565002" y="4942596"/>
            <a:ext cx="0" cy="12717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098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92" r:id="rId2"/>
    <p:sldLayoutId id="2147483893" r:id="rId3"/>
    <p:sldLayoutId id="2147483935" r:id="rId4"/>
    <p:sldLayoutId id="2147483953" r:id="rId5"/>
    <p:sldLayoutId id="2147483966" r:id="rId6"/>
    <p:sldLayoutId id="2147483979" r:id="rId7"/>
  </p:sldLayoutIdLst>
  <p:hf hd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lang="en-IN" sz="2100" b="0" kern="0" baseline="0" dirty="0" smtClean="0">
          <a:solidFill>
            <a:srgbClr val="4E84C4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5" rtl="0" eaLnBrk="1" latinLnBrk="0" hangingPunct="1">
        <a:lnSpc>
          <a:spcPct val="90000"/>
        </a:lnSpc>
        <a:spcBef>
          <a:spcPts val="10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63526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88941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914355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Courier New" panose="02070309020205020404" pitchFamily="49" charset="0"/>
        <a:buChar char="o"/>
        <a:tabLst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139768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9" userDrawn="1">
          <p15:clr>
            <a:srgbClr val="F26B43"/>
          </p15:clr>
        </p15:guide>
        <p15:guide id="2" pos="172" userDrawn="1">
          <p15:clr>
            <a:srgbClr val="F26B43"/>
          </p15:clr>
        </p15:guide>
        <p15:guide id="3" pos="5573" userDrawn="1">
          <p15:clr>
            <a:srgbClr val="F26B43"/>
          </p15:clr>
        </p15:guide>
        <p15:guide id="4" orient="horz" pos="1720" userDrawn="1">
          <p15:clr>
            <a:srgbClr val="F26B43"/>
          </p15:clr>
        </p15:guide>
        <p15:guide id="5" orient="horz" pos="2916" userDrawn="1">
          <p15:clr>
            <a:srgbClr val="F26B43"/>
          </p15:clr>
        </p15:guide>
        <p15:guide id="6" orient="horz" pos="531" userDrawn="1">
          <p15:clr>
            <a:srgbClr val="F26B43"/>
          </p15:clr>
        </p15:guide>
        <p15:guide id="7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FA0BF-8DAC-3B8C-4AE3-5CA36724C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94" y="107917"/>
            <a:ext cx="7886195" cy="5530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 defTabSz="914310"/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EB974-2740-39F8-02D1-C88C824BE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992" y="851829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D14DC-BF94-9E10-B09A-E89A386DE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81524" y="4942596"/>
            <a:ext cx="1876425" cy="127170"/>
          </a:xfrm>
          <a:prstGeom prst="rect">
            <a:avLst/>
          </a:prstGeom>
        </p:spPr>
        <p:txBody>
          <a:bodyPr vert="horz" lIns="64008" tIns="45720" rIns="91440" bIns="45720" rtlCol="0" anchor="ctr"/>
          <a:lstStyle>
            <a:lvl1pPr>
              <a:defRPr lang="en-IN" sz="700">
                <a:solidFill>
                  <a:schemeClr val="bg1"/>
                </a:solidFill>
              </a:defRPr>
            </a:lvl1pPr>
          </a:lstStyle>
          <a:p>
            <a:r>
              <a:rPr lang="en-IN"/>
              <a:t>TCS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B85-668C-1A07-18A7-82A4D4D71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9348" y="4942596"/>
            <a:ext cx="300588" cy="12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>
              <a:defRPr lang="en-IN" sz="700" b="1" smtClean="0">
                <a:solidFill>
                  <a:schemeClr val="bg1">
                    <a:lumMod val="9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algn="ctr" defTabSz="914355"/>
            <a:fld id="{662A0901-ACEF-4BE9-9C8C-C119B421173E}" type="slidenum">
              <a:rPr lang="en-IN" smtClean="0"/>
              <a:pPr algn="ctr" defTabSz="914355"/>
              <a:t>‹#›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CE2272-ED9B-DD02-B7B0-029616CF6AB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8428379" y="4647630"/>
            <a:ext cx="435969" cy="387958"/>
          </a:xfrm>
          <a:prstGeom prst="rect">
            <a:avLst/>
          </a:prstGeom>
        </p:spPr>
      </p:pic>
      <p:pic>
        <p:nvPicPr>
          <p:cNvPr id="8" name="Picture 7" descr="A close-up of a sign&#10;&#10;Description automatically generated">
            <a:extLst>
              <a:ext uri="{FF2B5EF4-FFF2-40B4-BE49-F238E27FC236}">
                <a16:creationId xmlns:a16="http://schemas.microsoft.com/office/drawing/2014/main" id="{CAE4914F-666B-70AC-6C67-9424F69EF37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4733063"/>
            <a:ext cx="1266904" cy="30252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4A0732-89C6-3C17-1231-F15060AB29F0}"/>
              </a:ext>
            </a:extLst>
          </p:cNvPr>
          <p:cNvCxnSpPr/>
          <p:nvPr userDrawn="1"/>
        </p:nvCxnSpPr>
        <p:spPr>
          <a:xfrm>
            <a:off x="4565002" y="4942596"/>
            <a:ext cx="0" cy="12717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CFCA1EE8-7685-8A5C-F7B5-D9CDCDF1C2CB}"/>
              </a:ext>
            </a:extLst>
          </p:cNvPr>
          <p:cNvGrpSpPr/>
          <p:nvPr userDrawn="1"/>
        </p:nvGrpSpPr>
        <p:grpSpPr>
          <a:xfrm>
            <a:off x="222334" y="4643165"/>
            <a:ext cx="8653640" cy="412511"/>
            <a:chOff x="254128" y="4647628"/>
            <a:chExt cx="8604122" cy="410150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40CB5E8C-5F6B-E6F8-FC0B-CED55772653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t="36534" b="36534"/>
            <a:stretch/>
          </p:blipFill>
          <p:spPr>
            <a:xfrm>
              <a:off x="254128" y="4708634"/>
              <a:ext cx="1296349" cy="34914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74C8A49-D7E5-1E10-B435-3654E345A5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8" r="728"/>
            <a:stretch/>
          </p:blipFill>
          <p:spPr>
            <a:xfrm>
              <a:off x="8422281" y="4647628"/>
              <a:ext cx="435969" cy="3879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1625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</p:sldLayoutIdLst>
  <p:hf hd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lang="en-IN" sz="2100" b="0" kern="0" baseline="0" dirty="0" smtClean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5" rtl="0" eaLnBrk="1" latinLnBrk="0" hangingPunct="1">
        <a:lnSpc>
          <a:spcPct val="90000"/>
        </a:lnSpc>
        <a:spcBef>
          <a:spcPts val="10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463526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Symbol" panose="05050102010706020507" pitchFamily="18" charset="2"/>
        <a:buChar char="-"/>
        <a:defRPr sz="1600" kern="1200" baseline="0">
          <a:solidFill>
            <a:schemeClr val="bg1"/>
          </a:solidFill>
          <a:latin typeface="+mn-lt"/>
          <a:ea typeface="+mn-ea"/>
          <a:cs typeface="+mn-cs"/>
        </a:defRPr>
      </a:lvl2pPr>
      <a:lvl3pPr marL="688941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bg1"/>
          </a:solidFill>
          <a:latin typeface="+mn-lt"/>
          <a:ea typeface="+mn-ea"/>
          <a:cs typeface="+mn-cs"/>
        </a:defRPr>
      </a:lvl3pPr>
      <a:lvl4pPr marL="914355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Courier New" panose="02070309020205020404" pitchFamily="49" charset="0"/>
        <a:buChar char="o"/>
        <a:tabLst/>
        <a:defRPr sz="1600" kern="1200" baseline="0">
          <a:solidFill>
            <a:schemeClr val="bg1"/>
          </a:solidFill>
          <a:latin typeface="+mn-lt"/>
          <a:ea typeface="+mn-ea"/>
          <a:cs typeface="+mn-cs"/>
        </a:defRPr>
      </a:lvl4pPr>
      <a:lvl5pPr marL="1139768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bg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9" userDrawn="1">
          <p15:clr>
            <a:srgbClr val="F26B43"/>
          </p15:clr>
        </p15:guide>
        <p15:guide id="2" pos="172" userDrawn="1">
          <p15:clr>
            <a:srgbClr val="F26B43"/>
          </p15:clr>
        </p15:guide>
        <p15:guide id="3" pos="5573" userDrawn="1">
          <p15:clr>
            <a:srgbClr val="F26B43"/>
          </p15:clr>
        </p15:guide>
        <p15:guide id="4" orient="horz" pos="1720" userDrawn="1">
          <p15:clr>
            <a:srgbClr val="F26B43"/>
          </p15:clr>
        </p15:guide>
        <p15:guide id="5" orient="horz" pos="2916" userDrawn="1">
          <p15:clr>
            <a:srgbClr val="F26B43"/>
          </p15:clr>
        </p15:guide>
        <p15:guide id="6" orient="horz" pos="531" userDrawn="1">
          <p15:clr>
            <a:srgbClr val="F26B43"/>
          </p15:clr>
        </p15:guide>
        <p15:guide id="7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DF83842-6792-443C-8ADD-548A11D67CE1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3AF219F-7EEE-4E0A-BE98-F63760BECB6A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94CA941-F2C4-474E-A1C0-87930FACB8D8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750701-58D4-4101-89A4-E4C0613A06D1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EC3F55E-80C5-FA58-BEE1-B1EA909AB2F1}"/>
              </a:ext>
            </a:extLst>
          </p:cNvPr>
          <p:cNvGrpSpPr/>
          <p:nvPr userDrawn="1"/>
        </p:nvGrpSpPr>
        <p:grpSpPr>
          <a:xfrm>
            <a:off x="219079" y="113253"/>
            <a:ext cx="8647111" cy="504364"/>
            <a:chOff x="219077" y="100726"/>
            <a:chExt cx="8647111" cy="504364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0485C5A4-B4D1-7A55-6E82-3E12E35D3F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36534" b="36534"/>
            <a:stretch/>
          </p:blipFill>
          <p:spPr>
            <a:xfrm>
              <a:off x="219077" y="169836"/>
              <a:ext cx="1616067" cy="435254"/>
            </a:xfrm>
            <a:prstGeom prst="rect">
              <a:avLst/>
            </a:prstGeom>
          </p:spPr>
        </p:pic>
        <p:pic>
          <p:nvPicPr>
            <p:cNvPr id="4" name="Picture 3" descr="A white logo on a black background&#10;&#10;Description automatically generated">
              <a:extLst>
                <a:ext uri="{FF2B5EF4-FFF2-40B4-BE49-F238E27FC236}">
                  <a16:creationId xmlns:a16="http://schemas.microsoft.com/office/drawing/2014/main" id="{2EED0747-E087-BD83-3541-DFDDE1A9317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0" t="24814" r="21396" b="24815"/>
            <a:stretch/>
          </p:blipFill>
          <p:spPr>
            <a:xfrm>
              <a:off x="8322775" y="100726"/>
              <a:ext cx="543413" cy="4835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0885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75" r:id="rId2"/>
    <p:sldLayoutId id="2147483829" r:id="rId3"/>
  </p:sldLayoutIdLst>
  <p:hf hdr="0" dt="0"/>
  <p:txStyles>
    <p:titleStyle>
      <a:lvl1pPr algn="l" defTabSz="914310" rtl="0" eaLnBrk="1" latinLnBrk="0" hangingPunct="1">
        <a:lnSpc>
          <a:spcPct val="90000"/>
        </a:lnSpc>
        <a:spcBef>
          <a:spcPct val="0"/>
        </a:spcBef>
        <a:buNone/>
        <a:defRPr lang="en-US" sz="21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76" indent="-228576" algn="l" defTabSz="914310" rtl="0" eaLnBrk="1" latinLnBrk="0" hangingPunct="1">
        <a:lnSpc>
          <a:spcPct val="90000"/>
        </a:lnSpc>
        <a:spcBef>
          <a:spcPts val="1000"/>
        </a:spcBef>
        <a:buClr>
          <a:srgbClr val="E41165"/>
        </a:buClr>
        <a:buFont typeface="Arial" panose="020B0604020202020204" pitchFamily="34" charset="0"/>
        <a:buChar char="•"/>
        <a:defRPr lang="en-US" sz="12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685732" indent="-228576" algn="l" defTabSz="914310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1142887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600040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2057195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2514348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4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8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2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4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9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2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5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620" userDrawn="1">
          <p15:clr>
            <a:srgbClr val="F26B43"/>
          </p15:clr>
        </p15:guide>
        <p15:guide id="3" orient="horz" pos="64" userDrawn="1">
          <p15:clr>
            <a:srgbClr val="F26B43"/>
          </p15:clr>
        </p15:guide>
        <p15:guide id="4" orient="horz" pos="360" userDrawn="1">
          <p15:clr>
            <a:srgbClr val="F26B43"/>
          </p15:clr>
        </p15:guide>
        <p15:guide id="5" orient="horz" pos="529" userDrawn="1">
          <p15:clr>
            <a:srgbClr val="F26B43"/>
          </p15:clr>
        </p15:guide>
        <p15:guide id="6" orient="horz" pos="2916" userDrawn="1">
          <p15:clr>
            <a:srgbClr val="F26B43"/>
          </p15:clr>
        </p15:guide>
        <p15:guide id="8" pos="5585" userDrawn="1">
          <p15:clr>
            <a:srgbClr val="F26B43"/>
          </p15:clr>
        </p15:guide>
        <p15:guide id="9" pos="180" userDrawn="1">
          <p15:clr>
            <a:srgbClr val="F26B43"/>
          </p15:clr>
        </p15:guide>
        <p15:guide id="10" orient="horz" pos="3168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9" y="1276354"/>
            <a:ext cx="4042988" cy="3815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191" y="2136844"/>
            <a:ext cx="4042988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8588" lvl="0" indent="-228588">
              <a:buClr>
                <a:srgbClr val="808285"/>
              </a:buClr>
            </a:pPr>
            <a:r>
              <a:rPr lang="en-US"/>
              <a:t>Click to edit Master text styles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5DA422-34A4-42C4-B88D-8E0E3D2E20D8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0BBD5-766E-4A60-979B-6D5475DC8CF6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CB82FAD-D870-4603-AD13-A81E1BF404DA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1AA33-B6EC-4360-84C1-7F601A5C35DD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5F41ADF-2946-F2A4-0F88-938D9F13F88B}"/>
              </a:ext>
            </a:extLst>
          </p:cNvPr>
          <p:cNvGrpSpPr/>
          <p:nvPr userDrawn="1"/>
        </p:nvGrpSpPr>
        <p:grpSpPr>
          <a:xfrm>
            <a:off x="219079" y="120396"/>
            <a:ext cx="8647111" cy="504364"/>
            <a:chOff x="219077" y="100726"/>
            <a:chExt cx="8647111" cy="504364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7382C60E-DA0A-B2F6-5CCF-04E5A607C5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36534" b="36534"/>
            <a:stretch/>
          </p:blipFill>
          <p:spPr>
            <a:xfrm>
              <a:off x="219077" y="169836"/>
              <a:ext cx="1616067" cy="435254"/>
            </a:xfrm>
            <a:prstGeom prst="rect">
              <a:avLst/>
            </a:prstGeom>
          </p:spPr>
        </p:pic>
        <p:pic>
          <p:nvPicPr>
            <p:cNvPr id="13" name="Picture 12" descr="A white logo on a black background&#10;&#10;Description automatically generated">
              <a:extLst>
                <a:ext uri="{FF2B5EF4-FFF2-40B4-BE49-F238E27FC236}">
                  <a16:creationId xmlns:a16="http://schemas.microsoft.com/office/drawing/2014/main" id="{91C5FDC1-4409-9D27-E107-7DF174E3831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0" t="24814" r="21396" b="24815"/>
            <a:stretch/>
          </p:blipFill>
          <p:spPr>
            <a:xfrm>
              <a:off x="8322775" y="100726"/>
              <a:ext cx="543413" cy="4835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5749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hf hdr="0" dt="0"/>
  <p:txStyles>
    <p:titleStyle>
      <a:lvl1pPr algn="l" defTabSz="914355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rgbClr val="F4F3F9"/>
          </a:solidFill>
          <a:latin typeface="Calibri"/>
          <a:ea typeface="+mj-ea"/>
          <a:cs typeface="Calibri"/>
        </a:defRPr>
      </a:lvl1pPr>
    </p:titleStyle>
    <p:bodyStyle>
      <a:lvl1pPr marL="0" indent="0" algn="l" defTabSz="914355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4E84C4"/>
          </a:solidFill>
          <a:latin typeface="Calibri"/>
          <a:ea typeface="+mn-ea"/>
          <a:cs typeface="Calibri"/>
        </a:defRPr>
      </a:lvl1pPr>
      <a:lvl2pPr marL="68576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 userDrawn="1">
          <p15:clr>
            <a:srgbClr val="F26B43"/>
          </p15:clr>
        </p15:guide>
        <p15:guide id="2" orient="horz" pos="2852" userDrawn="1">
          <p15:clr>
            <a:srgbClr val="F26B43"/>
          </p15:clr>
        </p15:guide>
        <p15:guide id="3" orient="horz" pos="360" userDrawn="1">
          <p15:clr>
            <a:srgbClr val="F26B43"/>
          </p15:clr>
        </p15:guide>
        <p15:guide id="4" orient="horz" pos="846" userDrawn="1">
          <p15:clr>
            <a:srgbClr val="F26B43"/>
          </p15:clr>
        </p15:guide>
        <p15:guide id="5" pos="180" userDrawn="1">
          <p15:clr>
            <a:srgbClr val="F26B43"/>
          </p15:clr>
        </p15:guide>
        <p15:guide id="6" pos="558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001" y="1276354"/>
            <a:ext cx="4042988" cy="3815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4001" y="2136844"/>
            <a:ext cx="4042988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8588" lvl="0" indent="-228588">
              <a:buClr>
                <a:srgbClr val="808285"/>
              </a:buClr>
            </a:pPr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A4006B-35B5-4917-8DF4-E3AC5FD8F234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FC735E-CC28-4305-8172-FA3E342C4919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F6E633C-CDA1-4590-8A4C-EC1DEA930983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DE660D-A715-4BFA-88E2-2E56B38B4814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9DAB661-1A59-574C-5349-AB1765077B4A}"/>
              </a:ext>
            </a:extLst>
          </p:cNvPr>
          <p:cNvGrpSpPr/>
          <p:nvPr userDrawn="1"/>
        </p:nvGrpSpPr>
        <p:grpSpPr>
          <a:xfrm>
            <a:off x="219079" y="607113"/>
            <a:ext cx="8647111" cy="504364"/>
            <a:chOff x="219077" y="100726"/>
            <a:chExt cx="8647111" cy="504364"/>
          </a:xfrm>
        </p:grpSpPr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20DC0D9F-4DA9-F95E-B458-6AD6558200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36534" b="36534"/>
            <a:stretch/>
          </p:blipFill>
          <p:spPr>
            <a:xfrm>
              <a:off x="219077" y="169836"/>
              <a:ext cx="1616067" cy="435254"/>
            </a:xfrm>
            <a:prstGeom prst="rect">
              <a:avLst/>
            </a:prstGeom>
          </p:spPr>
        </p:pic>
        <p:pic>
          <p:nvPicPr>
            <p:cNvPr id="16" name="Picture 15" descr="A white logo on a black background&#10;&#10;Description automatically generated">
              <a:extLst>
                <a:ext uri="{FF2B5EF4-FFF2-40B4-BE49-F238E27FC236}">
                  <a16:creationId xmlns:a16="http://schemas.microsoft.com/office/drawing/2014/main" id="{8CF70A6A-1BFF-583C-569D-C54AF6E8FAD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0" t="24814" r="21396" b="24815"/>
            <a:stretch/>
          </p:blipFill>
          <p:spPr>
            <a:xfrm>
              <a:off x="8322775" y="100726"/>
              <a:ext cx="543413" cy="483573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57E9EE9-5F6C-5544-465E-1AA90E85E16D}"/>
              </a:ext>
            </a:extLst>
          </p:cNvPr>
          <p:cNvGrpSpPr/>
          <p:nvPr userDrawn="1"/>
        </p:nvGrpSpPr>
        <p:grpSpPr>
          <a:xfrm>
            <a:off x="219079" y="120396"/>
            <a:ext cx="8647111" cy="504364"/>
            <a:chOff x="219077" y="132041"/>
            <a:chExt cx="8647111" cy="504364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52441CF1-05A1-4BE7-5EDC-4B87C0094F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36534" b="36534"/>
            <a:stretch/>
          </p:blipFill>
          <p:spPr>
            <a:xfrm>
              <a:off x="219077" y="201151"/>
              <a:ext cx="1616067" cy="435254"/>
            </a:xfrm>
            <a:prstGeom prst="rect">
              <a:avLst/>
            </a:prstGeom>
          </p:spPr>
        </p:pic>
        <p:pic>
          <p:nvPicPr>
            <p:cNvPr id="19" name="Picture 18" descr="A white logo on a black background&#10;&#10;Description automatically generated">
              <a:extLst>
                <a:ext uri="{FF2B5EF4-FFF2-40B4-BE49-F238E27FC236}">
                  <a16:creationId xmlns:a16="http://schemas.microsoft.com/office/drawing/2014/main" id="{CFBAEA02-88A2-D715-9CCC-3FC89572DB0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0" t="24814" r="21396" b="24815"/>
            <a:stretch/>
          </p:blipFill>
          <p:spPr>
            <a:xfrm>
              <a:off x="8322775" y="132041"/>
              <a:ext cx="543413" cy="4835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470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</p:sldLayoutIdLst>
  <p:hf hdr="0" dt="0"/>
  <p:txStyles>
    <p:titleStyle>
      <a:lvl1pPr algn="l" defTabSz="914355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chemeClr val="tx1"/>
          </a:solidFill>
          <a:latin typeface="Calibri"/>
          <a:ea typeface="+mj-ea"/>
          <a:cs typeface="Calibri"/>
        </a:defRPr>
      </a:lvl1pPr>
    </p:titleStyle>
    <p:bodyStyle>
      <a:lvl1pPr marL="0" indent="0" algn="l" defTabSz="914355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4E84C4"/>
          </a:solidFill>
          <a:latin typeface="Calibri"/>
          <a:ea typeface="+mn-ea"/>
          <a:cs typeface="Calibri"/>
        </a:defRPr>
      </a:lvl1pPr>
      <a:lvl2pPr marL="68576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 userDrawn="1">
          <p15:clr>
            <a:srgbClr val="F26B43"/>
          </p15:clr>
        </p15:guide>
        <p15:guide id="2" orient="horz" pos="2852" userDrawn="1">
          <p15:clr>
            <a:srgbClr val="F26B43"/>
          </p15:clr>
        </p15:guide>
        <p15:guide id="3" orient="horz" pos="360" userDrawn="1">
          <p15:clr>
            <a:srgbClr val="F26B43"/>
          </p15:clr>
        </p15:guide>
        <p15:guide id="4" orient="horz" pos="846" userDrawn="1">
          <p15:clr>
            <a:srgbClr val="F26B43"/>
          </p15:clr>
        </p15:guide>
        <p15:guide id="5" pos="180" userDrawn="1">
          <p15:clr>
            <a:srgbClr val="F26B43"/>
          </p15:clr>
        </p15:guide>
        <p15:guide id="6" pos="558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9" y="1276354"/>
            <a:ext cx="4042988" cy="3815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191" y="2136844"/>
            <a:ext cx="4042988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8588" lvl="0" indent="-228588">
              <a:buClr>
                <a:srgbClr val="808285"/>
              </a:buClr>
            </a:pPr>
            <a:r>
              <a:rPr lang="en-US"/>
              <a:t>Click to edit Master text styles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5DA422-34A4-42C4-B88D-8E0E3D2E20D8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0BBD5-766E-4A60-979B-6D5475DC8CF6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CB82FAD-D870-4603-AD13-A81E1BF404DA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1AA33-B6EC-4360-84C1-7F601A5C35DD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13AB597-EB64-CE3F-953B-52503B4D000B}"/>
              </a:ext>
            </a:extLst>
          </p:cNvPr>
          <p:cNvGrpSpPr/>
          <p:nvPr userDrawn="1"/>
        </p:nvGrpSpPr>
        <p:grpSpPr>
          <a:xfrm>
            <a:off x="219079" y="120396"/>
            <a:ext cx="8647111" cy="504364"/>
            <a:chOff x="219077" y="100726"/>
            <a:chExt cx="8647111" cy="504364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0651C26-EA84-03D9-38D3-26F90B0939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36534" b="36534"/>
            <a:stretch/>
          </p:blipFill>
          <p:spPr>
            <a:xfrm>
              <a:off x="219077" y="169836"/>
              <a:ext cx="1616067" cy="435254"/>
            </a:xfrm>
            <a:prstGeom prst="rect">
              <a:avLst/>
            </a:prstGeom>
          </p:spPr>
        </p:pic>
        <p:pic>
          <p:nvPicPr>
            <p:cNvPr id="8" name="Picture 7" descr="A white logo on a black background&#10;&#10;Description automatically generated">
              <a:extLst>
                <a:ext uri="{FF2B5EF4-FFF2-40B4-BE49-F238E27FC236}">
                  <a16:creationId xmlns:a16="http://schemas.microsoft.com/office/drawing/2014/main" id="{A1ED308E-44AD-3158-DD83-C59FFFAE9BD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0" t="24814" r="21396" b="24815"/>
            <a:stretch/>
          </p:blipFill>
          <p:spPr>
            <a:xfrm>
              <a:off x="8322775" y="100726"/>
              <a:ext cx="543413" cy="4835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9491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</p:sldLayoutIdLst>
  <p:hf hdr="0" dt="0"/>
  <p:txStyles>
    <p:titleStyle>
      <a:lvl1pPr algn="l" defTabSz="914355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rgbClr val="F4F3F9"/>
          </a:solidFill>
          <a:latin typeface="Calibri"/>
          <a:ea typeface="+mj-ea"/>
          <a:cs typeface="Calibri"/>
        </a:defRPr>
      </a:lvl1pPr>
    </p:titleStyle>
    <p:bodyStyle>
      <a:lvl1pPr marL="0" indent="0" algn="l" defTabSz="914355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4E84C4"/>
          </a:solidFill>
          <a:latin typeface="Calibri"/>
          <a:ea typeface="+mn-ea"/>
          <a:cs typeface="Calibri"/>
        </a:defRPr>
      </a:lvl1pPr>
      <a:lvl2pPr marL="68576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 userDrawn="1">
          <p15:clr>
            <a:srgbClr val="F26B43"/>
          </p15:clr>
        </p15:guide>
        <p15:guide id="2" orient="horz" pos="2852" userDrawn="1">
          <p15:clr>
            <a:srgbClr val="F26B43"/>
          </p15:clr>
        </p15:guide>
        <p15:guide id="3" orient="horz" pos="360" userDrawn="1">
          <p15:clr>
            <a:srgbClr val="F26B43"/>
          </p15:clr>
        </p15:guide>
        <p15:guide id="4" orient="horz" pos="846" userDrawn="1">
          <p15:clr>
            <a:srgbClr val="F26B43"/>
          </p15:clr>
        </p15:guide>
        <p15:guide id="5" pos="180" userDrawn="1">
          <p15:clr>
            <a:srgbClr val="F26B43"/>
          </p15:clr>
        </p15:guide>
        <p15:guide id="6" pos="558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001" y="1276354"/>
            <a:ext cx="4042988" cy="3815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4001" y="2136844"/>
            <a:ext cx="4042988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8588" lvl="0" indent="-228588">
              <a:buClr>
                <a:srgbClr val="808285"/>
              </a:buClr>
            </a:pPr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A4006B-35B5-4917-8DF4-E3AC5FD8F234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FC735E-CC28-4305-8172-FA3E342C4919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F6E633C-CDA1-4590-8A4C-EC1DEA930983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DE660D-A715-4BFA-88E2-2E56B38B4814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531337B-163B-39E5-7B72-1480CAAD060C}"/>
              </a:ext>
            </a:extLst>
          </p:cNvPr>
          <p:cNvGrpSpPr/>
          <p:nvPr userDrawn="1"/>
        </p:nvGrpSpPr>
        <p:grpSpPr>
          <a:xfrm>
            <a:off x="219079" y="120396"/>
            <a:ext cx="8647111" cy="504364"/>
            <a:chOff x="219077" y="132041"/>
            <a:chExt cx="8647111" cy="504364"/>
          </a:xfrm>
        </p:grpSpPr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2D439F82-0BD3-8FFB-32ED-45AD2D50EF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36534" b="36534"/>
            <a:stretch/>
          </p:blipFill>
          <p:spPr>
            <a:xfrm>
              <a:off x="219077" y="201151"/>
              <a:ext cx="1616067" cy="435254"/>
            </a:xfrm>
            <a:prstGeom prst="rect">
              <a:avLst/>
            </a:prstGeom>
          </p:spPr>
        </p:pic>
        <p:pic>
          <p:nvPicPr>
            <p:cNvPr id="16" name="Picture 15" descr="A white logo on a black background&#10;&#10;Description automatically generated">
              <a:extLst>
                <a:ext uri="{FF2B5EF4-FFF2-40B4-BE49-F238E27FC236}">
                  <a16:creationId xmlns:a16="http://schemas.microsoft.com/office/drawing/2014/main" id="{B5CEF9B3-1360-3B2D-04F6-60065212D0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0" t="24814" r="21396" b="24815"/>
            <a:stretch/>
          </p:blipFill>
          <p:spPr>
            <a:xfrm>
              <a:off x="8322775" y="132041"/>
              <a:ext cx="543413" cy="4835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6753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</p:sldLayoutIdLst>
  <p:hf hdr="0" dt="0"/>
  <p:txStyles>
    <p:titleStyle>
      <a:lvl1pPr algn="l" defTabSz="914355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chemeClr val="tx1"/>
          </a:solidFill>
          <a:latin typeface="Calibri"/>
          <a:ea typeface="+mj-ea"/>
          <a:cs typeface="Calibri"/>
        </a:defRPr>
      </a:lvl1pPr>
    </p:titleStyle>
    <p:bodyStyle>
      <a:lvl1pPr marL="0" indent="0" algn="l" defTabSz="914355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4E84C4"/>
          </a:solidFill>
          <a:latin typeface="Calibri"/>
          <a:ea typeface="+mn-ea"/>
          <a:cs typeface="Calibri"/>
        </a:defRPr>
      </a:lvl1pPr>
      <a:lvl2pPr marL="68576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 userDrawn="1">
          <p15:clr>
            <a:srgbClr val="F26B43"/>
          </p15:clr>
        </p15:guide>
        <p15:guide id="2" orient="horz" pos="2852" userDrawn="1">
          <p15:clr>
            <a:srgbClr val="F26B43"/>
          </p15:clr>
        </p15:guide>
        <p15:guide id="3" orient="horz" pos="360" userDrawn="1">
          <p15:clr>
            <a:srgbClr val="F26B43"/>
          </p15:clr>
        </p15:guide>
        <p15:guide id="4" orient="horz" pos="846" userDrawn="1">
          <p15:clr>
            <a:srgbClr val="F26B43"/>
          </p15:clr>
        </p15:guide>
        <p15:guide id="5" pos="180" userDrawn="1">
          <p15:clr>
            <a:srgbClr val="F26B43"/>
          </p15:clr>
        </p15:guide>
        <p15:guide id="6" pos="5580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4" y="2227764"/>
            <a:ext cx="2650475" cy="68615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5776" lvl="0">
              <a:spcBef>
                <a:spcPts val="43"/>
              </a:spcBef>
            </a:pPr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6590AA-3667-48B3-87ED-C4A09CDFE164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7E1BD5-6100-419D-B8F9-30E03A565220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2A870BF-381A-4DEA-A865-45FBF81D3955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F7C01B-D556-417D-9E3D-AB40942B56A1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8677D10-508B-EE3D-934F-7011DD0D83B7}"/>
              </a:ext>
            </a:extLst>
          </p:cNvPr>
          <p:cNvGrpSpPr/>
          <p:nvPr userDrawn="1"/>
        </p:nvGrpSpPr>
        <p:grpSpPr>
          <a:xfrm>
            <a:off x="219079" y="120396"/>
            <a:ext cx="8647111" cy="504364"/>
            <a:chOff x="219077" y="132041"/>
            <a:chExt cx="8647111" cy="504364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3D0F55E0-EDED-EBAC-3CE3-F991D5F3053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36534" b="36534"/>
            <a:stretch/>
          </p:blipFill>
          <p:spPr>
            <a:xfrm>
              <a:off x="219077" y="201151"/>
              <a:ext cx="1616067" cy="435254"/>
            </a:xfrm>
            <a:prstGeom prst="rect">
              <a:avLst/>
            </a:prstGeom>
          </p:spPr>
        </p:pic>
        <p:pic>
          <p:nvPicPr>
            <p:cNvPr id="13" name="Picture 12" descr="A white logo on a black background&#10;&#10;Description automatically generated">
              <a:extLst>
                <a:ext uri="{FF2B5EF4-FFF2-40B4-BE49-F238E27FC236}">
                  <a16:creationId xmlns:a16="http://schemas.microsoft.com/office/drawing/2014/main" id="{8B0B5D35-4023-F862-C44D-90425D39609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0" t="24814" r="21396" b="24815"/>
            <a:stretch/>
          </p:blipFill>
          <p:spPr>
            <a:xfrm>
              <a:off x="8322775" y="132041"/>
              <a:ext cx="543413" cy="4835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9931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</p:sldLayoutIdLst>
  <p:hf hdr="0" dt="0"/>
  <p:txStyles>
    <p:titleStyle>
      <a:lvl1pPr algn="l" defTabSz="914355" rtl="0" eaLnBrk="1" latinLnBrk="0" hangingPunct="1">
        <a:lnSpc>
          <a:spcPct val="100000"/>
        </a:lnSpc>
        <a:spcBef>
          <a:spcPct val="0"/>
        </a:spcBef>
        <a:buNone/>
        <a:defRPr lang="en-US" sz="2200" b="0" i="0" kern="0" spc="-5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55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E41165"/>
          </a:solidFill>
          <a:latin typeface="Calibri"/>
          <a:ea typeface="+mn-ea"/>
          <a:cs typeface="Calibri"/>
        </a:defRPr>
      </a:lvl1pPr>
      <a:lvl2pPr marL="68576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 userDrawn="1">
          <p15:clr>
            <a:srgbClr val="F26B43"/>
          </p15:clr>
        </p15:guide>
        <p15:guide id="2" orient="horz" pos="2852" userDrawn="1">
          <p15:clr>
            <a:srgbClr val="F26B43"/>
          </p15:clr>
        </p15:guide>
        <p15:guide id="3" orient="horz" pos="360" userDrawn="1">
          <p15:clr>
            <a:srgbClr val="F26B43"/>
          </p15:clr>
        </p15:guide>
        <p15:guide id="4" orient="horz" pos="1620" userDrawn="1">
          <p15:clr>
            <a:srgbClr val="F26B43"/>
          </p15:clr>
        </p15:guide>
        <p15:guide id="5" pos="180" userDrawn="1">
          <p15:clr>
            <a:srgbClr val="F26B43"/>
          </p15:clr>
        </p15:guide>
        <p15:guide id="6" pos="5580" userDrawn="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8216FA1-4A56-46E6-BB77-D6006B7684D3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FEFDF6-0C60-43AA-ADD5-901E502E80B5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938AF1A-EA00-4882-84C6-CBA46A27A7C5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9FF134-DE23-4F75-9D1F-AEB44451BFD7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4BC39D-DEC7-4FC1-BFC5-98DE92A66721}"/>
              </a:ext>
            </a:extLst>
          </p:cNvPr>
          <p:cNvSpPr/>
          <p:nvPr userDrawn="1"/>
        </p:nvSpPr>
        <p:spPr>
          <a:xfrm>
            <a:off x="292100" y="2395468"/>
            <a:ext cx="2650475" cy="350737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lvl="0"/>
            <a:r>
              <a:rPr lang="en-US" sz="2200" b="0" kern="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37FEB07C-5878-4697-A42C-CB8DD47499D0}"/>
              </a:ext>
            </a:extLst>
          </p:cNvPr>
          <p:cNvSpPr txBox="1"/>
          <p:nvPr userDrawn="1"/>
        </p:nvSpPr>
        <p:spPr>
          <a:xfrm>
            <a:off x="288869" y="4927600"/>
            <a:ext cx="1902444" cy="1077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5776">
              <a:lnSpc>
                <a:spcPct val="100000"/>
              </a:lnSpc>
              <a:spcBef>
                <a:spcPts val="45"/>
              </a:spcBef>
            </a:pPr>
            <a:r>
              <a:rPr sz="700" b="0" spc="-2" dirty="0">
                <a:solidFill>
                  <a:schemeClr val="bg1"/>
                </a:solidFill>
                <a:latin typeface="Calibri"/>
                <a:cs typeface="Calibri"/>
              </a:rPr>
              <a:t>Copyright</a:t>
            </a:r>
            <a:r>
              <a:rPr sz="700" b="0" spc="-7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700" b="0" dirty="0">
                <a:solidFill>
                  <a:schemeClr val="bg1"/>
                </a:solidFill>
                <a:latin typeface="Calibri"/>
                <a:cs typeface="Calibri"/>
              </a:rPr>
              <a:t>©</a:t>
            </a:r>
            <a:r>
              <a:rPr sz="700" b="0" spc="-7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700" b="0" dirty="0">
                <a:solidFill>
                  <a:schemeClr val="bg1"/>
                </a:solidFill>
                <a:latin typeface="Calibri"/>
                <a:cs typeface="Calibri"/>
              </a:rPr>
              <a:t>202</a:t>
            </a:r>
            <a:r>
              <a:rPr lang="en-IN" sz="700" b="0" dirty="0">
                <a:solidFill>
                  <a:schemeClr val="bg1"/>
                </a:solidFill>
                <a:latin typeface="Calibri"/>
                <a:cs typeface="Calibri"/>
              </a:rPr>
              <a:t>5</a:t>
            </a:r>
            <a:r>
              <a:rPr sz="700" b="0" spc="-2" dirty="0">
                <a:solidFill>
                  <a:schemeClr val="bg1"/>
                </a:solidFill>
                <a:latin typeface="Calibri"/>
                <a:cs typeface="Calibri"/>
              </a:rPr>
              <a:t> Tata</a:t>
            </a:r>
            <a:r>
              <a:rPr sz="700" b="0" spc="-7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700" b="0" spc="-2" dirty="0">
                <a:solidFill>
                  <a:schemeClr val="bg1"/>
                </a:solidFill>
                <a:latin typeface="Calibri"/>
                <a:cs typeface="Calibri"/>
              </a:rPr>
              <a:t>Consultancy</a:t>
            </a:r>
            <a:r>
              <a:rPr sz="700" b="0" spc="-7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700" b="0" spc="-2" dirty="0">
                <a:solidFill>
                  <a:schemeClr val="bg1"/>
                </a:solidFill>
                <a:latin typeface="Calibri"/>
                <a:cs typeface="Calibri"/>
              </a:rPr>
              <a:t>Services Limited</a:t>
            </a:r>
            <a:endParaRPr sz="700" b="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5052401-9495-8C4C-0096-71A8EF93FD5B}"/>
              </a:ext>
            </a:extLst>
          </p:cNvPr>
          <p:cNvGrpSpPr/>
          <p:nvPr userDrawn="1"/>
        </p:nvGrpSpPr>
        <p:grpSpPr>
          <a:xfrm>
            <a:off x="219079" y="120396"/>
            <a:ext cx="8647111" cy="504364"/>
            <a:chOff x="219077" y="100726"/>
            <a:chExt cx="8647111" cy="504364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811211BC-D7D8-7686-BEC6-2AEA11A32C0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36534" b="36534"/>
            <a:stretch/>
          </p:blipFill>
          <p:spPr>
            <a:xfrm>
              <a:off x="219077" y="169836"/>
              <a:ext cx="1616067" cy="435254"/>
            </a:xfrm>
            <a:prstGeom prst="rect">
              <a:avLst/>
            </a:prstGeom>
          </p:spPr>
        </p:pic>
        <p:pic>
          <p:nvPicPr>
            <p:cNvPr id="7" name="Picture 6" descr="A white logo on a black background&#10;&#10;Description automatically generated">
              <a:extLst>
                <a:ext uri="{FF2B5EF4-FFF2-40B4-BE49-F238E27FC236}">
                  <a16:creationId xmlns:a16="http://schemas.microsoft.com/office/drawing/2014/main" id="{D5B26A75-9230-DB61-FD33-EF2349FF6AD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0" t="24814" r="21396" b="24815"/>
            <a:stretch/>
          </p:blipFill>
          <p:spPr>
            <a:xfrm>
              <a:off x="8322775" y="100726"/>
              <a:ext cx="543413" cy="4835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813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</p:sldLayoutIdLst>
  <p:hf hdr="0" dt="0"/>
  <p:txStyles>
    <p:titleStyle>
      <a:lvl1pPr algn="l" defTabSz="914310" rtl="0" eaLnBrk="1" latinLnBrk="0" hangingPunct="1">
        <a:lnSpc>
          <a:spcPct val="90000"/>
        </a:lnSpc>
        <a:spcBef>
          <a:spcPct val="0"/>
        </a:spcBef>
        <a:buNone/>
        <a:defRPr lang="en-US" sz="22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76" indent="-228576" algn="l" defTabSz="914310" rtl="0" eaLnBrk="1" latinLnBrk="0" hangingPunct="1">
        <a:lnSpc>
          <a:spcPct val="90000"/>
        </a:lnSpc>
        <a:spcBef>
          <a:spcPts val="1000"/>
        </a:spcBef>
        <a:buClr>
          <a:srgbClr val="E41165"/>
        </a:buClr>
        <a:buFont typeface="Arial" panose="020B0604020202020204" pitchFamily="34" charset="0"/>
        <a:buChar char="•"/>
        <a:defRPr lang="en-US" sz="12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685732" indent="-228576" algn="l" defTabSz="914310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1142887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600040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2057195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2514348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4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8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2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4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9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2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5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620" userDrawn="1">
          <p15:clr>
            <a:srgbClr val="F26B43"/>
          </p15:clr>
        </p15:guide>
        <p15:guide id="3" orient="horz" pos="64" userDrawn="1">
          <p15:clr>
            <a:srgbClr val="F26B43"/>
          </p15:clr>
        </p15:guide>
        <p15:guide id="4" orient="horz" pos="360" userDrawn="1">
          <p15:clr>
            <a:srgbClr val="F26B43"/>
          </p15:clr>
        </p15:guide>
        <p15:guide id="5" orient="horz" pos="529" userDrawn="1">
          <p15:clr>
            <a:srgbClr val="F26B43"/>
          </p15:clr>
        </p15:guide>
        <p15:guide id="6" orient="horz" pos="2957" userDrawn="1">
          <p15:clr>
            <a:srgbClr val="F26B43"/>
          </p15:clr>
        </p15:guide>
        <p15:guide id="8" pos="5585" userDrawn="1">
          <p15:clr>
            <a:srgbClr val="F26B43"/>
          </p15:clr>
        </p15:guide>
        <p15:guide id="9" pos="180" userDrawn="1">
          <p15:clr>
            <a:srgbClr val="F26B43"/>
          </p15:clr>
        </p15:guide>
        <p15:guide id="10" orient="horz" pos="3168" userDrawn="1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9E663A1-B469-4477-ACD8-AF6930245A32}"/>
              </a:ext>
            </a:extLst>
          </p:cNvPr>
          <p:cNvSpPr/>
          <p:nvPr userDrawn="1"/>
        </p:nvSpPr>
        <p:spPr>
          <a:xfrm>
            <a:off x="292100" y="2395468"/>
            <a:ext cx="2650475" cy="350737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lvl="0"/>
            <a:r>
              <a:rPr lang="en-US" sz="2200" b="0" kern="0" baseline="0"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0722452D-299C-4935-8E11-CB749311D789}"/>
              </a:ext>
            </a:extLst>
          </p:cNvPr>
          <p:cNvSpPr txBox="1"/>
          <p:nvPr userDrawn="1"/>
        </p:nvSpPr>
        <p:spPr>
          <a:xfrm>
            <a:off x="288869" y="4927600"/>
            <a:ext cx="1902444" cy="1077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5776">
              <a:lnSpc>
                <a:spcPct val="100000"/>
              </a:lnSpc>
              <a:spcBef>
                <a:spcPts val="45"/>
              </a:spcBef>
            </a:pPr>
            <a:r>
              <a:rPr sz="700" b="0" spc="-2" dirty="0">
                <a:solidFill>
                  <a:schemeClr val="tx1"/>
                </a:solidFill>
                <a:latin typeface="Calibri"/>
                <a:cs typeface="Calibri"/>
              </a:rPr>
              <a:t>Copyright</a:t>
            </a:r>
            <a:r>
              <a:rPr sz="700" b="0" spc="-7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700" b="0" dirty="0">
                <a:solidFill>
                  <a:schemeClr val="tx1"/>
                </a:solidFill>
                <a:latin typeface="Calibri"/>
                <a:cs typeface="Calibri"/>
              </a:rPr>
              <a:t>©</a:t>
            </a:r>
            <a:r>
              <a:rPr sz="700" b="0" spc="-7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700" b="0" dirty="0">
                <a:solidFill>
                  <a:schemeClr val="tx1"/>
                </a:solidFill>
                <a:latin typeface="Calibri"/>
                <a:cs typeface="Calibri"/>
              </a:rPr>
              <a:t>202</a:t>
            </a:r>
            <a:r>
              <a:rPr lang="en-IN" sz="700" b="0" dirty="0">
                <a:solidFill>
                  <a:schemeClr val="tx1"/>
                </a:solidFill>
                <a:latin typeface="Calibri"/>
                <a:cs typeface="Calibri"/>
              </a:rPr>
              <a:t>5</a:t>
            </a:r>
            <a:r>
              <a:rPr sz="700" b="0" spc="-2" dirty="0">
                <a:solidFill>
                  <a:schemeClr val="tx1"/>
                </a:solidFill>
                <a:latin typeface="Calibri"/>
                <a:cs typeface="Calibri"/>
              </a:rPr>
              <a:t> Tata</a:t>
            </a:r>
            <a:r>
              <a:rPr sz="700" b="0" spc="-7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700" b="0" spc="-2" dirty="0">
                <a:solidFill>
                  <a:schemeClr val="tx1"/>
                </a:solidFill>
                <a:latin typeface="Calibri"/>
                <a:cs typeface="Calibri"/>
              </a:rPr>
              <a:t>Consultancy</a:t>
            </a:r>
            <a:r>
              <a:rPr sz="700" b="0" spc="-7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700" b="0" spc="-2" dirty="0">
                <a:solidFill>
                  <a:schemeClr val="tx1"/>
                </a:solidFill>
                <a:latin typeface="Calibri"/>
                <a:cs typeface="Calibri"/>
              </a:rPr>
              <a:t>Services Limited</a:t>
            </a:r>
            <a:endParaRPr sz="700" b="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2E0E5C-42D9-44C3-89C1-D707CE9B147A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31B4C3-D5FA-4A30-BE4D-5CDA923C786E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1F9BF62-AEA7-458C-8360-8B032A2CF622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EB9762-CAFF-4D0A-B818-46287453272F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05FDF7-5390-3F81-DEF8-714D2F34CCA8}"/>
              </a:ext>
            </a:extLst>
          </p:cNvPr>
          <p:cNvGrpSpPr/>
          <p:nvPr userDrawn="1"/>
        </p:nvGrpSpPr>
        <p:grpSpPr>
          <a:xfrm>
            <a:off x="219079" y="120396"/>
            <a:ext cx="8647111" cy="504364"/>
            <a:chOff x="219077" y="132041"/>
            <a:chExt cx="8647111" cy="504364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AA217314-B936-1115-7E01-1ECDB5F8A1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36534" b="36534"/>
            <a:stretch/>
          </p:blipFill>
          <p:spPr>
            <a:xfrm>
              <a:off x="219077" y="201151"/>
              <a:ext cx="1616067" cy="435254"/>
            </a:xfrm>
            <a:prstGeom prst="rect">
              <a:avLst/>
            </a:prstGeom>
          </p:spPr>
        </p:pic>
        <p:pic>
          <p:nvPicPr>
            <p:cNvPr id="6" name="Picture 5" descr="A white logo on a black background&#10;&#10;Description automatically generated">
              <a:extLst>
                <a:ext uri="{FF2B5EF4-FFF2-40B4-BE49-F238E27FC236}">
                  <a16:creationId xmlns:a16="http://schemas.microsoft.com/office/drawing/2014/main" id="{37900AFE-F55F-6A89-2A06-D08CC657237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0" t="24814" r="21396" b="24815"/>
            <a:stretch/>
          </p:blipFill>
          <p:spPr>
            <a:xfrm>
              <a:off x="8322775" y="132041"/>
              <a:ext cx="543413" cy="4835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58999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</p:sldLayoutIdLst>
  <p:hf hdr="0" dt="0"/>
  <p:txStyles>
    <p:titleStyle>
      <a:lvl1pPr algn="l" defTabSz="914355" rtl="0" eaLnBrk="1" latinLnBrk="0" hangingPunct="1">
        <a:lnSpc>
          <a:spcPct val="100000"/>
        </a:lnSpc>
        <a:spcBef>
          <a:spcPct val="0"/>
        </a:spcBef>
        <a:buNone/>
        <a:defRPr lang="en-US" sz="2200" b="0" i="0" kern="0" spc="-5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55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E41165"/>
          </a:solidFill>
          <a:latin typeface="Calibri"/>
          <a:ea typeface="+mn-ea"/>
          <a:cs typeface="Calibri"/>
        </a:defRPr>
      </a:lvl1pPr>
      <a:lvl2pPr marL="68576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 userDrawn="1">
          <p15:clr>
            <a:srgbClr val="F26B43"/>
          </p15:clr>
        </p15:guide>
        <p15:guide id="2" orient="horz" pos="2852" userDrawn="1">
          <p15:clr>
            <a:srgbClr val="F26B43"/>
          </p15:clr>
        </p15:guide>
        <p15:guide id="3" orient="horz" pos="360" userDrawn="1">
          <p15:clr>
            <a:srgbClr val="F26B43"/>
          </p15:clr>
        </p15:guide>
        <p15:guide id="5" pos="180" userDrawn="1">
          <p15:clr>
            <a:srgbClr val="F26B43"/>
          </p15:clr>
        </p15:guide>
        <p15:guide id="6" pos="5580" userDrawn="1">
          <p15:clr>
            <a:srgbClr val="F26B43"/>
          </p15:clr>
        </p15:guide>
        <p15:guide id="7" orient="horz" pos="16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7E20636-631C-49E3-A5F8-C3D8684F9D01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Generative AI - Advanced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D67C488-E2A0-42B2-B4BC-4A1814139A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Capstone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3AF87-CC58-452E-9185-DF75969309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fld id="{816AD2CC-6F43-41C6-BAFE-FDD822A868A0}" type="datetime4">
              <a:rPr lang="en-US" smtClean="0"/>
              <a:t>October 6, 2025</a:t>
            </a:fld>
            <a:endParaRPr lang="en-US" dirty="0"/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9ECD403B-866D-C359-F636-1F0121C809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86" t="400" r="17756" b="-400"/>
          <a:stretch/>
        </p:blipFill>
        <p:spPr>
          <a:xfrm>
            <a:off x="4398264" y="1201777"/>
            <a:ext cx="4745736" cy="31630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5753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E7D72-840A-9BD9-622E-42DAFE973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E7483C-C37F-8106-ABC8-6AF4C6D79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  <a:br>
              <a:rPr lang="en-IN" dirty="0"/>
            </a:br>
            <a:r>
              <a:rPr lang="en-IN" sz="1600" dirty="0"/>
              <a:t>(Summarize the problem)</a:t>
            </a:r>
            <a:endParaRPr lang="en-IN" dirty="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E64A4E02-801A-36BA-74D9-DB38BB65C758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 dirty="0"/>
              <a:t>Project title</a:t>
            </a:r>
          </a:p>
          <a:p>
            <a:pPr lvl="0"/>
            <a:r>
              <a:rPr lang="en-US" dirty="0"/>
              <a:t>Domain (e.g., Banking, Retail, Healthcare, Manufacturing)</a:t>
            </a:r>
          </a:p>
          <a:p>
            <a:pPr lvl="0"/>
            <a:r>
              <a:rPr lang="en-US" dirty="0"/>
              <a:t>Team members</a:t>
            </a:r>
          </a:p>
          <a:p>
            <a:pPr lvl="0"/>
            <a:r>
              <a:rPr lang="en-US" dirty="0"/>
              <a:t>One-line goal statement (e.g., </a:t>
            </a:r>
            <a:r>
              <a:rPr lang="en-US" i="1" dirty="0"/>
              <a:t>“Detect suspicious banking transactions using embedding-based anomaly detection and generative AI explanations.”</a:t>
            </a:r>
            <a:r>
              <a:rPr lang="en-US" dirty="0"/>
              <a:t>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F426A8-721E-04A6-AA99-8FE0EE1DF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AD38D5-33FE-A64D-332F-741454AAF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01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451AC-927E-7C78-246F-7C6A74297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Problem &amp; Motivation</a:t>
            </a:r>
            <a:br>
              <a:rPr lang="en-US" dirty="0"/>
            </a:br>
            <a:r>
              <a:rPr lang="en-US" sz="1800" dirty="0"/>
              <a:t>(Show </a:t>
            </a:r>
            <a:r>
              <a:rPr lang="en-US" sz="1800" i="1" dirty="0"/>
              <a:t>why</a:t>
            </a:r>
            <a:r>
              <a:rPr lang="en-US" sz="1800" dirty="0"/>
              <a:t> the project matters)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F597D3-3EDB-406A-8598-15568DE89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Business context and challenge (e.g., “Bank loses $X per year in fraud claims”).</a:t>
            </a:r>
          </a:p>
          <a:p>
            <a:pPr lvl="0"/>
            <a:r>
              <a:rPr lang="en-US" dirty="0"/>
              <a:t>Stakeholders affected.</a:t>
            </a:r>
          </a:p>
          <a:p>
            <a:pPr lvl="0"/>
            <a:r>
              <a:rPr lang="en-US" dirty="0"/>
              <a:t>Pain points and desired outcomes.</a:t>
            </a:r>
          </a:p>
          <a:p>
            <a:pPr lvl="0"/>
            <a:r>
              <a:rPr lang="en-US" dirty="0"/>
              <a:t>Expected business impact (e.g., cost reduction, improved accuracy, automation).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F471BD-A1D9-CBA3-B08A-7D8E13163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A50DA-62C0-F88E-F57F-FB0D99DB5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529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786F5D6-43C9-B5BD-4B02-65456E706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Concept</a:t>
            </a:r>
            <a:br>
              <a:rPr lang="en-US" dirty="0"/>
            </a:br>
            <a:r>
              <a:rPr lang="en-US" sz="1800" dirty="0"/>
              <a:t>(Describe your idea clearly)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B99593-1E33-35C1-68F9-BB0550210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Approach overview (diagram or block flow).</a:t>
            </a:r>
          </a:p>
          <a:p>
            <a:pPr lvl="0"/>
            <a:r>
              <a:rPr lang="en-US" dirty="0"/>
              <a:t>AI/ML components used (LLM, embeddings, anomaly detector, vector DB, etc.).</a:t>
            </a:r>
          </a:p>
          <a:p>
            <a:pPr lvl="0"/>
            <a:r>
              <a:rPr lang="en-US" dirty="0"/>
              <a:t>How Generative AI enhances the solution (explanations, reasoning, summarization, etc.).</a:t>
            </a:r>
          </a:p>
          <a:p>
            <a:pPr lvl="0"/>
            <a:r>
              <a:rPr lang="en-US" dirty="0"/>
              <a:t>Innovation: what differentiates it from existing solutions.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70410-B9E7-1FCF-6B5E-4DF9EC5BE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8F68A-036A-8CD2-B9BB-CA29EFE81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718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E09F-388E-E786-6A75-7994054E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&amp; Data Pipeline</a:t>
            </a:r>
            <a:br>
              <a:rPr lang="en-US" dirty="0"/>
            </a:br>
            <a:r>
              <a:rPr lang="en-US" sz="1800" dirty="0"/>
              <a:t>(Demonstrate technical architecture)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6665E7-D38C-DD2E-B141-D066D5317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End-to-end diagram: </a:t>
            </a:r>
            <a:r>
              <a:rPr lang="en-US" i="1" dirty="0"/>
              <a:t>Data Ingestion → Processing → Model(s) → API/UI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Cloud / platform components (AWS Bedrock, SageMaker, Azure OpenAI, Vertex AI, etc.).</a:t>
            </a:r>
          </a:p>
          <a:p>
            <a:pPr lvl="0"/>
            <a:r>
              <a:rPr lang="en-US" dirty="0"/>
              <a:t>Vector database or retrieval components (FAISS, Pinecone, Cognitive Search, </a:t>
            </a:r>
            <a:r>
              <a:rPr lang="en-US" dirty="0" err="1"/>
              <a:t>pgvector</a:t>
            </a:r>
            <a:r>
              <a:rPr lang="en-US" dirty="0"/>
              <a:t>).</a:t>
            </a:r>
          </a:p>
          <a:p>
            <a:pPr lvl="0"/>
            <a:r>
              <a:rPr lang="en-US" dirty="0"/>
              <a:t>Model orchestration framework (</a:t>
            </a:r>
            <a:r>
              <a:rPr lang="en-US" dirty="0" err="1"/>
              <a:t>LangChain</a:t>
            </a:r>
            <a:r>
              <a:rPr lang="en-US" dirty="0"/>
              <a:t>, </a:t>
            </a:r>
            <a:r>
              <a:rPr lang="en-US" dirty="0" err="1"/>
              <a:t>LlamaIndex</a:t>
            </a:r>
            <a:r>
              <a:rPr lang="en-US" dirty="0"/>
              <a:t>, etc.).</a:t>
            </a:r>
          </a:p>
          <a:p>
            <a:pPr lvl="0"/>
            <a:r>
              <a:rPr lang="en-US" dirty="0"/>
              <a:t>Security / governance components (guardrails, monitoring).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13B7CE-95ED-1E66-09F7-CB008E383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F0DEE-730A-5075-1BA8-3DD695D7D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059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281D8-D2BD-B7CF-9934-03C43975A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Description</a:t>
            </a:r>
            <a:br>
              <a:rPr lang="en-US" dirty="0"/>
            </a:br>
            <a:r>
              <a:rPr lang="en-US" sz="1800" dirty="0"/>
              <a:t>(Explain the data foundation)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A38E35-74CC-87C5-B576-8936EC40A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Dataset sources (synthetic, Kaggle, internal).</a:t>
            </a:r>
          </a:p>
          <a:p>
            <a:pPr lvl="0"/>
            <a:r>
              <a:rPr lang="en-US" dirty="0"/>
              <a:t>Number of records, key fields, and structure.</a:t>
            </a:r>
          </a:p>
          <a:p>
            <a:pPr lvl="0"/>
            <a:r>
              <a:rPr lang="en-US" dirty="0"/>
              <a:t>Data preparation steps (cleaning, feature engineering, anonymization).</a:t>
            </a:r>
          </a:p>
          <a:p>
            <a:pPr lvl="0"/>
            <a:r>
              <a:rPr lang="en-US" dirty="0"/>
              <a:t>Data quality checks or validation metrics.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7B27EB-73B7-839B-E424-2A58DCD39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8ADFB-A799-2661-526B-BB81304D5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806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E7916-8583-E423-F3D3-11D160441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Design &amp;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5F424-EEFB-B8FC-FBC0-F23CC97B4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Purpose:</a:t>
            </a:r>
            <a:r>
              <a:rPr lang="en-US" dirty="0"/>
              <a:t> Highlight the intelligence of your system.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Include:</a:t>
            </a:r>
          </a:p>
          <a:p>
            <a:pPr lvl="0"/>
            <a:r>
              <a:rPr lang="en-US" dirty="0"/>
              <a:t>ML/LLM model(s) used and why (</a:t>
            </a:r>
            <a:r>
              <a:rPr lang="en-US" dirty="0" err="1"/>
              <a:t>XGBoost</a:t>
            </a:r>
            <a:r>
              <a:rPr lang="en-US" dirty="0"/>
              <a:t>, Autoencoder, Sentence-Transformer, GPT-4, Claude, etc.).</a:t>
            </a:r>
          </a:p>
          <a:p>
            <a:pPr lvl="0"/>
            <a:r>
              <a:rPr lang="en-US" dirty="0"/>
              <a:t>Training/fine-tuning details: epochs, loss, hyperparameters.</a:t>
            </a:r>
          </a:p>
          <a:p>
            <a:pPr lvl="0"/>
            <a:r>
              <a:rPr lang="en-US" dirty="0"/>
              <a:t>Embedding logic and similarity measures (cosine, Euclidean, etc.).</a:t>
            </a:r>
          </a:p>
          <a:p>
            <a:pPr lvl="0"/>
            <a:r>
              <a:rPr lang="en-US" dirty="0"/>
              <a:t>Anomaly scoring, retrieval, or recommendation algorithms.</a:t>
            </a:r>
          </a:p>
          <a:p>
            <a:r>
              <a:rPr lang="en-US" dirty="0"/>
              <a:t>Integration with LLM for explanations or reasoning.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939530-9AC5-6610-21F4-06D6F2431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9616AE-E8CC-6119-D570-603EA0738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170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D1837-9693-A4AE-B127-EB6899D33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&amp; Results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BC95E9-04AC-0899-DC78-0C9971E6E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Purpose:</a:t>
            </a:r>
            <a:r>
              <a:rPr lang="en-US" dirty="0"/>
              <a:t> Prove performance quantitatively.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Include:</a:t>
            </a:r>
          </a:p>
          <a:p>
            <a:pPr lvl="0"/>
            <a:r>
              <a:rPr lang="en-US" dirty="0"/>
              <a:t>Evaluation metrics: Accuracy, Recall, Precision, AUC, Faithfulness, BLEU, RAGAS metrics.</a:t>
            </a:r>
          </a:p>
          <a:p>
            <a:pPr lvl="0"/>
            <a:r>
              <a:rPr lang="en-US" dirty="0"/>
              <a:t>Baseline vs Improved performance comparison.</a:t>
            </a:r>
          </a:p>
          <a:p>
            <a:pPr lvl="0"/>
            <a:r>
              <a:rPr lang="en-US" dirty="0"/>
              <a:t>Visuals: ROC curve, confusion matrix, Top-K recall chart, or example outputs.</a:t>
            </a:r>
          </a:p>
          <a:p>
            <a:pPr lvl="0"/>
            <a:r>
              <a:rPr lang="en-US" dirty="0"/>
              <a:t>Explain how you ensured fairness, robustness, and low hallucination rates.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F1D92C-45C2-DE7A-00E2-5353DDB6B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2198E-A055-C64E-AB8F-B11367A10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949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2B1C6-F3F4-DF16-5FE3-37F38626F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 / 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D456C-25B2-BBDE-2EFF-7E12E3295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Purpose:</a:t>
            </a:r>
            <a:r>
              <a:rPr lang="en-US" dirty="0"/>
              <a:t> Show it in action.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Include:</a:t>
            </a:r>
          </a:p>
          <a:p>
            <a:pPr lvl="0"/>
            <a:r>
              <a:rPr lang="en-US" dirty="0"/>
              <a:t>Short live demo / screenshots of:</a:t>
            </a:r>
          </a:p>
          <a:p>
            <a:pPr lvl="1"/>
            <a:r>
              <a:rPr lang="en-US" dirty="0"/>
              <a:t>Model inference or chatbot interface.</a:t>
            </a:r>
          </a:p>
          <a:p>
            <a:pPr lvl="1"/>
            <a:r>
              <a:rPr lang="en-US" dirty="0"/>
              <a:t>Dashboard or UI (</a:t>
            </a:r>
            <a:r>
              <a:rPr lang="en-US" dirty="0" err="1"/>
              <a:t>Streamlit</a:t>
            </a:r>
            <a:r>
              <a:rPr lang="en-US" dirty="0"/>
              <a:t>, Power BI, etc.).</a:t>
            </a:r>
          </a:p>
          <a:p>
            <a:pPr lvl="1"/>
            <a:r>
              <a:rPr lang="en-US" dirty="0"/>
              <a:t>Example query + AI-generated explanation.</a:t>
            </a:r>
          </a:p>
          <a:p>
            <a:pPr lvl="0"/>
            <a:r>
              <a:rPr lang="en-US" dirty="0"/>
              <a:t>System integration with cloud deployment (API, Lambda, or endpoint).</a:t>
            </a:r>
          </a:p>
          <a:p>
            <a:r>
              <a:rPr lang="en-US" i="1" dirty="0"/>
              <a:t>(If demo not feasible, use a storyboard sequence showing interaction flow.)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10E57A-59EC-22F5-2EE6-1318C7A6E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8BB3A2-BF94-D7B9-B82B-205375B3C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243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2F5C52-1023-A478-2E90-420F7745B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Responsible AI &amp; </a:t>
            </a:r>
            <a:r>
              <a:rPr lang="en-US" dirty="0" err="1"/>
              <a:t>LLMOps</a:t>
            </a:r>
            <a:r>
              <a:rPr lang="en-US" dirty="0"/>
              <a:t> Practices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60F0A2-02C4-534F-3D3B-21B219491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Purpose:</a:t>
            </a:r>
            <a:r>
              <a:rPr lang="en-US" dirty="0"/>
              <a:t> Highlight your awareness of safety and governance.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Include:</a:t>
            </a:r>
          </a:p>
          <a:p>
            <a:pPr lvl="0"/>
            <a:r>
              <a:rPr lang="en-US" dirty="0"/>
              <a:t>NIST AI RMF alignment: Govern, Map, Measure, Manage.</a:t>
            </a:r>
          </a:p>
          <a:p>
            <a:pPr lvl="0"/>
            <a:r>
              <a:rPr lang="en-US" dirty="0"/>
              <a:t>Guardrails: prompt injection handling, output filtering, safety thresholds.</a:t>
            </a:r>
          </a:p>
          <a:p>
            <a:pPr lvl="0"/>
            <a:r>
              <a:rPr lang="en-US" dirty="0"/>
              <a:t>Monitoring: latency, drift, hallucination rate.</a:t>
            </a:r>
          </a:p>
          <a:p>
            <a:pPr lvl="0"/>
            <a:r>
              <a:rPr lang="en-US" dirty="0"/>
              <a:t>Audit trail and explainability (</a:t>
            </a:r>
            <a:r>
              <a:rPr lang="en-US" dirty="0" err="1"/>
              <a:t>LangSmith</a:t>
            </a:r>
            <a:r>
              <a:rPr lang="en-US" dirty="0"/>
              <a:t>, RAGAS, </a:t>
            </a:r>
            <a:r>
              <a:rPr lang="en-US" dirty="0" err="1"/>
              <a:t>TruLens</a:t>
            </a:r>
            <a:r>
              <a:rPr lang="en-US" dirty="0"/>
              <a:t>, etc.).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492F43-3585-18A4-D7D5-30741DC60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CEF41-41E0-34EE-748F-8E5BFF3C5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099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C8A35D-527B-CD81-C739-D328A46C4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Value &amp; Future Enhancement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DCDC3-516A-31D1-BB07-A9E100691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Purpose:</a:t>
            </a:r>
            <a:r>
              <a:rPr lang="en-US" dirty="0"/>
              <a:t> Conclude with impact and roadmap.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Include:</a:t>
            </a:r>
          </a:p>
          <a:p>
            <a:pPr lvl="0"/>
            <a:r>
              <a:rPr lang="en-US" dirty="0"/>
              <a:t>Quantified business benefits (ROI, time savings, accuracy lift).</a:t>
            </a:r>
          </a:p>
          <a:p>
            <a:pPr lvl="0"/>
            <a:r>
              <a:rPr lang="en-US" dirty="0"/>
              <a:t>Key learnings.</a:t>
            </a:r>
          </a:p>
          <a:p>
            <a:pPr lvl="0"/>
            <a:r>
              <a:rPr lang="en-US" dirty="0"/>
              <a:t>Limitations and next steps:</a:t>
            </a:r>
          </a:p>
          <a:p>
            <a:pPr lvl="1"/>
            <a:r>
              <a:rPr lang="en-US" dirty="0"/>
              <a:t>Model fine-tuning</a:t>
            </a:r>
          </a:p>
          <a:p>
            <a:pPr lvl="1"/>
            <a:r>
              <a:rPr lang="en-US" dirty="0"/>
              <a:t>Expanding dataset</a:t>
            </a:r>
          </a:p>
          <a:p>
            <a:pPr lvl="1"/>
            <a:r>
              <a:rPr lang="en-US" dirty="0"/>
              <a:t>Real-time integration</a:t>
            </a:r>
          </a:p>
          <a:p>
            <a:pPr lvl="1"/>
            <a:r>
              <a:rPr lang="en-US" dirty="0"/>
              <a:t>Scaling multi-agent workflow</a:t>
            </a:r>
          </a:p>
          <a:p>
            <a:pPr lvl="0"/>
            <a:r>
              <a:rPr lang="en-US" dirty="0"/>
              <a:t>Vision for enterprise adoption.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4DD00-564E-E040-9031-FC893CD16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FB512-2CA5-A7AC-290E-B3DBF5E69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999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8FE88-9313-AAD6-CD94-5A7F2799A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1045118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TCS_Company_Presentation_Template_Standard_16X9 2025" id="{4BAEE98A-CFE3-44DD-926E-3AB03471F7EE}" vid="{A7616F4E-4E3E-45F0-806C-A41E574CA80D}"/>
    </a:ext>
  </a:extLst>
</a:theme>
</file>

<file path=ppt/theme/theme2.xml><?xml version="1.0" encoding="utf-8"?>
<a:theme xmlns:a="http://schemas.openxmlformats.org/drawingml/2006/main" name="1_Content Slide_Black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TCS_Company_Presentation_Template_Standard_16X9 2025" id="{4BAEE98A-CFE3-44DD-926E-3AB03471F7EE}" vid="{96F812DE-23DA-4F92-A5A0-9D9F30551A26}"/>
    </a:ext>
  </a:extLst>
</a:theme>
</file>

<file path=ppt/theme/theme3.xml><?xml version="1.0" encoding="utf-8"?>
<a:theme xmlns:a="http://schemas.openxmlformats.org/drawingml/2006/main" name="Blank Slide_Black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TCS_Company_Presentation_Template_Standard_16X9 2025" id="{4BAEE98A-CFE3-44DD-926E-3AB03471F7EE}" vid="{64339BEB-BBF5-42D0-96A3-896D810B01DE}"/>
    </a:ext>
  </a:extLst>
</a:theme>
</file>

<file path=ppt/theme/theme4.xml><?xml version="1.0" encoding="utf-8"?>
<a:theme xmlns:a="http://schemas.openxmlformats.org/drawingml/2006/main" name="Title Slide_Black Blue 1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TCS_Company_Presentation_Template_Standard_16X9 2025" id="{4BAEE98A-CFE3-44DD-926E-3AB03471F7EE}" vid="{EEF4FA7F-D9E6-468B-B086-7FAFD65D81D3}"/>
    </a:ext>
  </a:extLst>
</a:theme>
</file>

<file path=ppt/theme/theme5.xml><?xml version="1.0" encoding="utf-8"?>
<a:theme xmlns:a="http://schemas.openxmlformats.org/drawingml/2006/main" name="Title Slide_White Blue 1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TCS_Company_Presentation_Template_Standard_16X9 2025" id="{4BAEE98A-CFE3-44DD-926E-3AB03471F7EE}" vid="{DBE93B3E-0432-4EC6-BEE6-6EE114F0D68F}"/>
    </a:ext>
  </a:extLst>
</a:theme>
</file>

<file path=ppt/theme/theme6.xml><?xml version="1.0" encoding="utf-8"?>
<a:theme xmlns:a="http://schemas.openxmlformats.org/drawingml/2006/main" name="1_Title Slide_Black Blue_without imag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TCS_Company_Presentation_Template_Standard_16X9 2025" id="{4BAEE98A-CFE3-44DD-926E-3AB03471F7EE}" vid="{ABBCBA75-42CC-40E0-BDD4-89040CC0F4D4}"/>
    </a:ext>
  </a:extLst>
</a:theme>
</file>

<file path=ppt/theme/theme7.xml><?xml version="1.0" encoding="utf-8"?>
<a:theme xmlns:a="http://schemas.openxmlformats.org/drawingml/2006/main" name="1_Title Slide_White Blue_without imag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TCS_Company_Presentation_Template_Standard_16X9 2025" id="{4BAEE98A-CFE3-44DD-926E-3AB03471F7EE}" vid="{64B764E8-E94C-4FA1-BF77-9A8503C834C9}"/>
    </a:ext>
  </a:extLst>
</a:theme>
</file>

<file path=ppt/theme/theme8.xml><?xml version="1.0" encoding="utf-8"?>
<a:theme xmlns:a="http://schemas.openxmlformats.org/drawingml/2006/main" name="1_Divider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TCS_Company_Presentation_Template_Standard_16X9 2025" id="{4BAEE98A-CFE3-44DD-926E-3AB03471F7EE}" vid="{DC90E427-64E8-4C8C-91DA-7EC369BBDC5A}"/>
    </a:ext>
  </a:extLst>
</a:theme>
</file>

<file path=ppt/theme/theme9.xml><?xml version="1.0" encoding="utf-8"?>
<a:theme xmlns:a="http://schemas.openxmlformats.org/drawingml/2006/main" name="Thank Slide_Black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TCS_Company_Presentation_Template_Standard_16X9 2025" id="{4BAEE98A-CFE3-44DD-926E-3AB03471F7EE}" vid="{DC50B777-BA89-482F-A3D0-E6B8C9597BDF}"/>
    </a:ext>
  </a:extLst>
</a:theme>
</file>

<file path=ppt/theme/theme10.xml><?xml version="1.0" encoding="utf-8"?>
<a:theme xmlns:a="http://schemas.openxmlformats.org/drawingml/2006/main" name="1_Thank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TCS_Company_Presentation_Template_Standard_16X9 2025" id="{4BAEE98A-CFE3-44DD-926E-3AB03471F7EE}" vid="{6EFD6D77-6AE0-44DA-8B74-9DCB67902147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429409C18204B8E50994481C8BE12" ma:contentTypeVersion="6" ma:contentTypeDescription="Create a new document." ma:contentTypeScope="" ma:versionID="2338d74d11cc1848d0c3e3b601f0db6a">
  <xsd:schema xmlns:xsd="http://www.w3.org/2001/XMLSchema" xmlns:xs="http://www.w3.org/2001/XMLSchema" xmlns:p="http://schemas.microsoft.com/office/2006/metadata/properties" xmlns:ns2="ed5f3adb-d74a-4f34-826c-cfa79a1b5e9d" xmlns:ns3="1771064e-c6ae-44b4-88a5-a935e9ecfce2" targetNamespace="http://schemas.microsoft.com/office/2006/metadata/properties" ma:root="true" ma:fieldsID="4c73c7d02b97079401873a97d179d7e0" ns2:_="" ns3:_="">
    <xsd:import namespace="ed5f3adb-d74a-4f34-826c-cfa79a1b5e9d"/>
    <xsd:import namespace="1771064e-c6ae-44b4-88a5-a935e9ecfc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5f3adb-d74a-4f34-826c-cfa79a1b5e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71064e-c6ae-44b4-88a5-a935e9ecfce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B1B480-7C1E-4300-A913-41CAD33511F4}">
  <ds:schemaRefs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purl.org/dc/dcmitype/"/>
    <ds:schemaRef ds:uri="http://purl.org/dc/elements/1.1/"/>
    <ds:schemaRef ds:uri="http://schemas.microsoft.com/office/2006/metadata/properties"/>
    <ds:schemaRef ds:uri="http://www.w3.org/XML/1998/namespace"/>
    <ds:schemaRef ds:uri="f131310f-da73-447f-9d07-af8aec60e1e3"/>
    <ds:schemaRef ds:uri="9200d1c5-bd2a-48f4-9aa5-49792c8c2bf8"/>
  </ds:schemaRefs>
</ds:datastoreItem>
</file>

<file path=customXml/itemProps2.xml><?xml version="1.0" encoding="utf-8"?>
<ds:datastoreItem xmlns:ds="http://schemas.openxmlformats.org/officeDocument/2006/customXml" ds:itemID="{140BB0EB-768F-48B9-A70C-23EE4D8F39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5f3adb-d74a-4f34-826c-cfa79a1b5e9d"/>
    <ds:schemaRef ds:uri="1771064e-c6ae-44b4-88a5-a935e9ecfc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AC37ED8-06D3-4BAF-925E-0E0C6BD526E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04b1967-6507-45ab-8a6d-7374a3f478be}" enabled="0" method="" siteId="{404b1967-6507-45ab-8a6d-7374a3f478b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TCS_Company_Presentation_template_standard_16X9</Template>
  <TotalTime>10</TotalTime>
  <Words>655</Words>
  <Application>Microsoft Office PowerPoint</Application>
  <PresentationFormat>On-screen Show (16:9)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12</vt:i4>
      </vt:variant>
    </vt:vector>
  </HeadingPairs>
  <TitlesOfParts>
    <vt:vector size="28" baseType="lpstr">
      <vt:lpstr>Aptos</vt:lpstr>
      <vt:lpstr>Arial</vt:lpstr>
      <vt:lpstr>Calibri</vt:lpstr>
      <vt:lpstr>Courier New</vt:lpstr>
      <vt:lpstr>Symbol</vt:lpstr>
      <vt:lpstr>Wingdings</vt:lpstr>
      <vt:lpstr>Content Slide_White</vt:lpstr>
      <vt:lpstr>1_Content Slide_Black</vt:lpstr>
      <vt:lpstr>Blank Slide_Black</vt:lpstr>
      <vt:lpstr>Title Slide_Black Blue 1</vt:lpstr>
      <vt:lpstr>Title Slide_White Blue 1</vt:lpstr>
      <vt:lpstr>1_Title Slide_Black Blue_without image</vt:lpstr>
      <vt:lpstr>1_Title Slide_White Blue_without image</vt:lpstr>
      <vt:lpstr>1_Divider Slide_White</vt:lpstr>
      <vt:lpstr>Thank Slide_Black</vt:lpstr>
      <vt:lpstr>1_Thank Slide_White</vt:lpstr>
      <vt:lpstr>Generative AI - Advanced</vt:lpstr>
      <vt:lpstr>Project Overview (Summarize the problem)</vt:lpstr>
      <vt:lpstr>Business Problem &amp; Motivation (Show why the project matters)</vt:lpstr>
      <vt:lpstr>Solution Concept (Describe your idea clearly)</vt:lpstr>
      <vt:lpstr>Architecture &amp; Data Pipeline (Demonstrate technical architecture)</vt:lpstr>
      <vt:lpstr>Dataset Description (Explain the data foundation)</vt:lpstr>
      <vt:lpstr>Model Design &amp; Training</vt:lpstr>
      <vt:lpstr>Evaluation &amp; Results</vt:lpstr>
      <vt:lpstr>Demonstration / Prototype</vt:lpstr>
      <vt:lpstr>Responsible AI &amp; LLMOps Practices</vt:lpstr>
      <vt:lpstr>Business Value &amp; Future Enhancement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Alen Jacob</dc:creator>
  <cp:lastModifiedBy>Alen Jacob</cp:lastModifiedBy>
  <cp:revision>1</cp:revision>
  <dcterms:created xsi:type="dcterms:W3CDTF">2025-10-06T16:46:01Z</dcterms:created>
  <dcterms:modified xsi:type="dcterms:W3CDTF">2025-10-06T16:56:16Z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0x01010081F429409C18204B8E50994481C8BE12</vt:lpwstr>
  </property>
</Properties>
</file>